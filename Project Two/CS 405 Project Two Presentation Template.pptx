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75" r:id="rId13"/>
    <p:sldId id="270" r:id="rId14"/>
    <p:sldId id="276" r:id="rId15"/>
    <p:sldId id="277" r:id="rId16"/>
    <p:sldId id="278" r:id="rId17"/>
    <p:sldId id="264" r:id="rId18"/>
    <p:sldId id="265" r:id="rId19"/>
    <p:sldId id="266" r:id="rId20"/>
    <p:sldId id="267" r:id="rId21"/>
    <p:sldId id="268" r:id="rId22"/>
    <p:sldId id="269" r:id="rId23"/>
  </p:sldIdLst>
  <p:sldSz cx="12192000" cy="6858000"/>
  <p:notesSz cx="6858000" cy="9144000"/>
  <p:embeddedFontLst>
    <p:embeddedFont>
      <p:font typeface="Century Gothic" panose="020B0502020202020204" pitchFamily="34" charset="0"/>
      <p:regular r:id="rId25"/>
      <p:bold r:id="rId26"/>
      <p:italic r:id="rId27"/>
      <p:boldItalic r:id="rId28"/>
    </p:embeddedFont>
  </p:embeddedFontLst>
  <p:custDataLst>
    <p:tags r:id="rId2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95"/>
    <p:restoredTop sz="94677"/>
  </p:normalViewPr>
  <p:slideViewPr>
    <p:cSldViewPr snapToGrid="0">
      <p:cViewPr varScale="1">
        <p:scale>
          <a:sx n="210" d="100"/>
          <a:sy n="210" d="100"/>
        </p:scale>
        <p:origin x="472"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customschemas.google.com/relationships/presentationmetadata" Target="metadata"/><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BD660ED6-C0B2-A46E-2977-6045517A5F1B}"/>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1168C79-75C5-3D15-B0AA-847D2C902D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31AE3FC0-B2C1-572C-C3F5-000A6F80E5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9721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B1C47F8-06E4-E455-2003-574D874DFBB4}"/>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772DB61-6DE0-F2AA-9711-681D55B820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986A715D-5F91-3F77-B111-1C9BD9A90A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7413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783AB1D8-E815-89C2-67D4-B269E18117A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B7D0304-697C-8373-914A-16C239C50F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652DC23E-FC44-FEA7-3ACD-1047E82BCB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16166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D5DE41DB-C450-BE92-5A5A-C4CA11578EF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ECF60C4-0E65-1B2C-0B89-6F341E812A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2EBCF5A6-4FF7-809A-577F-F69440DB1D9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6526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8">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7" Type="http://schemas.openxmlformats.org/officeDocument/2006/relationships/image" Target="../media/image4.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media9.m4a"/><Relationship Id="rId7" Type="http://schemas.openxmlformats.org/officeDocument/2006/relationships/image" Target="../media/image4.png"/><Relationship Id="rId2" Type="http://schemas.microsoft.com/office/2007/relationships/media" Target="../media/media9.m4a"/><Relationship Id="rId1" Type="http://schemas.openxmlformats.org/officeDocument/2006/relationships/tags" Target="../tags/tag10.xml"/><Relationship Id="rId6" Type="http://schemas.openxmlformats.org/officeDocument/2006/relationships/image" Target="../media/image3.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media10.m4a"/><Relationship Id="rId7" Type="http://schemas.openxmlformats.org/officeDocument/2006/relationships/image" Target="../media/image4.png"/><Relationship Id="rId2" Type="http://schemas.microsoft.com/office/2007/relationships/media" Target="../media/media10.m4a"/><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media11.m4a"/><Relationship Id="rId7" Type="http://schemas.openxmlformats.org/officeDocument/2006/relationships/image" Target="../media/image4.png"/><Relationship Id="rId2" Type="http://schemas.microsoft.com/office/2007/relationships/media" Target="../media/media11.m4a"/><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audio" Target="../media/media12.m4a"/><Relationship Id="rId7" Type="http://schemas.openxmlformats.org/officeDocument/2006/relationships/image" Target="../media/image4.png"/><Relationship Id="rId2" Type="http://schemas.microsoft.com/office/2007/relationships/media" Target="../media/media12.m4a"/><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media13.m4a"/><Relationship Id="rId7" Type="http://schemas.openxmlformats.org/officeDocument/2006/relationships/image" Target="../media/image4.png"/><Relationship Id="rId2" Type="http://schemas.microsoft.com/office/2007/relationships/media" Target="../media/media13.m4a"/><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4.m4a"/><Relationship Id="rId7" Type="http://schemas.openxmlformats.org/officeDocument/2006/relationships/image" Target="../media/image3.png"/><Relationship Id="rId2" Type="http://schemas.microsoft.com/office/2007/relationships/media" Target="../media/media14.m4a"/><Relationship Id="rId1" Type="http://schemas.openxmlformats.org/officeDocument/2006/relationships/tags" Target="../tags/tag15.xml"/><Relationship Id="rId6" Type="http://schemas.openxmlformats.org/officeDocument/2006/relationships/image" Target="../media/image6.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media15.m4a"/><Relationship Id="rId7" Type="http://schemas.openxmlformats.org/officeDocument/2006/relationships/image" Target="../media/image4.png"/><Relationship Id="rId2" Type="http://schemas.microsoft.com/office/2007/relationships/media" Target="../media/media15.m4a"/><Relationship Id="rId1" Type="http://schemas.openxmlformats.org/officeDocument/2006/relationships/tags" Target="../tags/tag16.xml"/><Relationship Id="rId6" Type="http://schemas.openxmlformats.org/officeDocument/2006/relationships/image" Target="../media/image3.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media16.m4a"/><Relationship Id="rId7" Type="http://schemas.openxmlformats.org/officeDocument/2006/relationships/image" Target="../media/image4.png"/><Relationship Id="rId2" Type="http://schemas.microsoft.com/office/2007/relationships/media" Target="../media/media16.m4a"/><Relationship Id="rId1" Type="http://schemas.openxmlformats.org/officeDocument/2006/relationships/tags" Target="../tags/tag17.xml"/><Relationship Id="rId6" Type="http://schemas.openxmlformats.org/officeDocument/2006/relationships/image" Target="../media/image3.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audio" Target="../media/media17.m4a"/><Relationship Id="rId7" Type="http://schemas.openxmlformats.org/officeDocument/2006/relationships/image" Target="../media/image4.png"/><Relationship Id="rId2" Type="http://schemas.microsoft.com/office/2007/relationships/media" Target="../media/media17.m4a"/><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media18.m4a"/><Relationship Id="rId7" Type="http://schemas.openxmlformats.org/officeDocument/2006/relationships/image" Target="../media/image4.png"/><Relationship Id="rId2" Type="http://schemas.microsoft.com/office/2007/relationships/media" Target="../media/media18.m4a"/><Relationship Id="rId1" Type="http://schemas.openxmlformats.org/officeDocument/2006/relationships/tags" Target="../tags/tag19.xml"/><Relationship Id="rId6" Type="http://schemas.openxmlformats.org/officeDocument/2006/relationships/image" Target="../media/image3.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cheatsheetseries.owasp.org/cheatsheets/Input_Validation_Cheat_Sheet.html?utm_source=chatgpt.com" TargetMode="External"/><Relationship Id="rId3" Type="http://schemas.openxmlformats.org/officeDocument/2006/relationships/audio" Target="../media/media19.m4a"/><Relationship Id="rId7" Type="http://schemas.openxmlformats.org/officeDocument/2006/relationships/hyperlink" Target="https://learn.microsoft.com/en-us/cpp/code-quality/code-analysis-for-c-cpp-overview?utm_source=chatgpt.com" TargetMode="External"/><Relationship Id="rId2" Type="http://schemas.microsoft.com/office/2007/relationships/media" Target="../media/media19.m4a"/><Relationship Id="rId1" Type="http://schemas.openxmlformats.org/officeDocument/2006/relationships/tags" Target="../tags/tag20.xml"/><Relationship Id="rId6" Type="http://schemas.openxmlformats.org/officeDocument/2006/relationships/hyperlink" Target="https://wiki.sei.cmu.edu/confluence/display/cplusplus?utm_source=chatgpt.com" TargetMode="External"/><Relationship Id="rId11" Type="http://schemas.openxmlformats.org/officeDocument/2006/relationships/image" Target="../media/image4.png"/><Relationship Id="rId5" Type="http://schemas.openxmlformats.org/officeDocument/2006/relationships/notesSlide" Target="../notesSlides/notesSlide19.xml"/><Relationship Id="rId10" Type="http://schemas.openxmlformats.org/officeDocument/2006/relationships/image" Target="../media/image3.png"/><Relationship Id="rId4" Type="http://schemas.openxmlformats.org/officeDocument/2006/relationships/slideLayout" Target="../slideLayouts/slideLayout2.xml"/><Relationship Id="rId9" Type="http://schemas.openxmlformats.org/officeDocument/2006/relationships/hyperlink" Target="https://doi.org/10.6028/NIST.SP.800-207?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807104"/>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Justin Carlo Florida</a:t>
            </a:r>
          </a:p>
          <a:p>
            <a:pPr marL="0" lvl="0" indent="0" algn="l" rtl="0">
              <a:lnSpc>
                <a:spcPct val="70000"/>
              </a:lnSpc>
              <a:spcBef>
                <a:spcPts val="1000"/>
              </a:spcBef>
              <a:spcAft>
                <a:spcPts val="0"/>
              </a:spcAft>
              <a:buClr>
                <a:schemeClr val="lt1"/>
              </a:buClr>
              <a:buSzPts val="1850"/>
              <a:buNone/>
            </a:pPr>
            <a:r>
              <a:rPr lang="en-US" sz="1850" i="1" dirty="0"/>
              <a:t>October 18, 2026</a:t>
            </a:r>
            <a:endParaRPr dirty="0"/>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17" name="Audio 16">
            <a:extLst>
              <a:ext uri="{FF2B5EF4-FFF2-40B4-BE49-F238E27FC236}">
                <a16:creationId xmlns:a16="http://schemas.microsoft.com/office/drawing/2014/main" id="{9FCED834-74C1-EEE7-4C07-200DA8E90ED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9621"/>
    </mc:Choice>
    <mc:Fallback>
      <p:transition spd="slow" advTm="296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3360075" y="26824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954870" y="2280721"/>
            <a:ext cx="4573919" cy="2296555"/>
          </a:xfrm>
          <a:prstGeom prst="rect">
            <a:avLst/>
          </a:prstGeom>
          <a:noFill/>
          <a:ln>
            <a:noFill/>
          </a:ln>
        </p:spPr>
        <p:txBody>
          <a:bodyPr spcFirstLastPara="1" wrap="square" lIns="91425" tIns="45700" rIns="91425" bIns="45700" anchor="t" anchorCtr="0">
            <a:normAutofit/>
          </a:bodyPr>
          <a:lstStyle/>
          <a:p>
            <a:pPr marL="685800" lvl="0" indent="0">
              <a:spcBef>
                <a:spcPts val="0"/>
              </a:spcBef>
              <a:spcAft>
                <a:spcPts val="800"/>
              </a:spcAft>
              <a:buNone/>
            </a:pPr>
            <a:r>
              <a:rPr lang="en-US" sz="2400" dirty="0">
                <a:solidFill>
                  <a:schemeClr val="bg1"/>
                </a:solidFill>
                <a:latin typeface="Arial"/>
              </a:rPr>
              <a:t>Shared development rules</a:t>
            </a:r>
            <a:endParaRPr lang="en-US" sz="2000" dirty="0">
              <a:solidFill>
                <a:schemeClr val="bg1"/>
              </a:solidFill>
            </a:endParaRPr>
          </a:p>
          <a:p>
            <a:pPr>
              <a:spcAft>
                <a:spcPts val="800"/>
              </a:spcAft>
            </a:pPr>
            <a:r>
              <a:rPr lang="en-US" sz="2400" dirty="0">
                <a:solidFill>
                  <a:schemeClr val="bg1"/>
                </a:solidFill>
                <a:latin typeface="Arial"/>
              </a:rPr>
              <a:t>Firewalls + code review</a:t>
            </a:r>
          </a:p>
          <a:p>
            <a:pPr>
              <a:spcAft>
                <a:spcPts val="800"/>
              </a:spcAft>
            </a:pPr>
            <a:r>
              <a:rPr lang="en-US" sz="2400" dirty="0">
                <a:solidFill>
                  <a:schemeClr val="bg1"/>
                </a:solidFill>
                <a:latin typeface="Arial"/>
              </a:rPr>
              <a:t>Authentication + encryption</a:t>
            </a:r>
          </a:p>
          <a:p>
            <a:pPr>
              <a:spcAft>
                <a:spcPts val="800"/>
              </a:spcAft>
            </a:pPr>
            <a:r>
              <a:rPr lang="en-US" sz="2400" dirty="0">
                <a:solidFill>
                  <a:schemeClr val="bg1"/>
                </a:solidFill>
                <a:latin typeface="Arial"/>
              </a:rPr>
              <a:t>Continuous testing</a:t>
            </a:r>
          </a:p>
          <a:p>
            <a:pPr marL="685800" lvl="0" indent="0" algn="l" rtl="0">
              <a:lnSpc>
                <a:spcPct val="90000"/>
              </a:lnSpc>
              <a:spcBef>
                <a:spcPts val="0"/>
              </a:spcBef>
              <a:spcAft>
                <a:spcPts val="0"/>
              </a:spcAft>
              <a:buSzPts val="18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5728698" y="1693326"/>
            <a:ext cx="5899483" cy="3471347"/>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35" name="Audio 34">
            <a:extLst>
              <a:ext uri="{FF2B5EF4-FFF2-40B4-BE49-F238E27FC236}">
                <a16:creationId xmlns:a16="http://schemas.microsoft.com/office/drawing/2014/main" id="{0552F23A-736E-A0FB-9D3F-0AEA7CD57DF4}"/>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0940"/>
    </mc:Choice>
    <mc:Fallback>
      <p:transition spd="slow" advTm="4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685800" y="2318275"/>
            <a:ext cx="2486100" cy="4024200"/>
          </a:xfrm>
          <a:prstGeom prst="rect">
            <a:avLst/>
          </a:prstGeom>
          <a:noFill/>
          <a:ln>
            <a:noFill/>
          </a:ln>
        </p:spPr>
        <p:txBody>
          <a:bodyPr spcFirstLastPara="1" wrap="square" lIns="91425" tIns="45700" rIns="91425" bIns="45700" anchor="t" anchorCtr="0">
            <a:normAutofit/>
          </a:bodyPr>
          <a:lstStyle/>
          <a:p>
            <a:pPr marL="228600" lvl="0" indent="0">
              <a:lnSpc>
                <a:spcPct val="107916"/>
              </a:lnSpc>
              <a:spcBef>
                <a:spcPts val="0"/>
              </a:spcBef>
              <a:spcAft>
                <a:spcPts val="800"/>
              </a:spcAft>
              <a:buNone/>
            </a:pPr>
            <a:r>
              <a:rPr lang="en-US" sz="2000" dirty="0">
                <a:solidFill>
                  <a:schemeClr val="bg1"/>
                </a:solidFill>
                <a:latin typeface="Arial"/>
              </a:rPr>
              <a:t>Risk ratings</a:t>
            </a:r>
            <a:endParaRPr lang="en-US" sz="2000" dirty="0">
              <a:solidFill>
                <a:schemeClr val="bg1"/>
              </a:solidFill>
            </a:endParaRPr>
          </a:p>
          <a:p>
            <a:pPr>
              <a:spcAft>
                <a:spcPts val="800"/>
              </a:spcAft>
            </a:pPr>
            <a:r>
              <a:rPr lang="en-US" sz="2000" dirty="0">
                <a:solidFill>
                  <a:schemeClr val="bg1"/>
                </a:solidFill>
                <a:latin typeface="Arial"/>
              </a:rPr>
              <a:t>from approved</a:t>
            </a:r>
          </a:p>
          <a:p>
            <a:pPr>
              <a:spcAft>
                <a:spcPts val="800"/>
              </a:spcAft>
            </a:pPr>
            <a:r>
              <a:rPr lang="en-US" sz="2000" dirty="0">
                <a:solidFill>
                  <a:schemeClr val="bg1"/>
                </a:solidFill>
                <a:latin typeface="Arial"/>
              </a:rPr>
              <a:t>Project One</a:t>
            </a:r>
          </a:p>
          <a:p>
            <a:pPr>
              <a:spcAft>
                <a:spcPts val="800"/>
              </a:spcAft>
            </a:pPr>
            <a:r>
              <a:rPr lang="en-US" sz="2000" dirty="0">
                <a:solidFill>
                  <a:schemeClr val="bg1"/>
                </a:solidFill>
                <a:latin typeface="Arial"/>
              </a:rPr>
              <a:t>policy</a:t>
            </a:r>
          </a:p>
          <a:p>
            <a:pPr marL="228600" lvl="0" indent="-88900" algn="l" rtl="0">
              <a:lnSpc>
                <a:spcPct val="90000"/>
              </a:lnSpc>
              <a:spcBef>
                <a:spcPts val="1000"/>
              </a:spcBef>
              <a:spcAft>
                <a:spcPts val="0"/>
              </a:spcAft>
              <a:buClr>
                <a:schemeClr val="lt1"/>
              </a:buClr>
              <a:buSzPts val="2200"/>
              <a:buNone/>
            </a:pPr>
            <a:endParaRPr sz="2000" dirty="0"/>
          </a:p>
        </p:txBody>
      </p:sp>
      <p:graphicFrame>
        <p:nvGraphicFramePr>
          <p:cNvPr id="161" name="Google Shape;161;p4" descr="Alt text required"/>
          <p:cNvGraphicFramePr/>
          <p:nvPr>
            <p:extLst>
              <p:ext uri="{D42A27DB-BD31-4B8C-83A1-F6EECF244321}">
                <p14:modId xmlns:p14="http://schemas.microsoft.com/office/powerpoint/2010/main" val="1649371991"/>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r>
                        <a:rPr lang="en-US" sz="1400" dirty="0"/>
                        <a:t>LIKELY / HIGH PRIORITY</a:t>
                      </a:r>
                    </a:p>
                    <a:p>
                      <a:r>
                        <a:rPr lang="en-US" sz="1400" dirty="0"/>
                        <a:t>002,003,004,009</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r>
                        <a:rPr lang="en-US" sz="1400" dirty="0"/>
                        <a:t>HIGH PRIORITY</a:t>
                      </a:r>
                    </a:p>
                    <a:p>
                      <a:r>
                        <a:rPr lang="en-US" sz="1400" dirty="0"/>
                        <a:t>001,005,008</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r>
                        <a:rPr lang="en-US" sz="1400" dirty="0"/>
                        <a:t>LOWER PRIORITY</a:t>
                      </a:r>
                    </a:p>
                    <a:p>
                      <a:r>
                        <a:rPr lang="en-US" sz="1400" dirty="0"/>
                        <a:t>006,007,010</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r>
                        <a:rPr lang="en-US" sz="1400" dirty="0"/>
                        <a:t>LESS LIKELY / MONITOR</a:t>
                      </a:r>
                    </a:p>
                    <a:p>
                      <a:r>
                        <a:rPr lang="en-US" sz="1400" dirty="0"/>
                        <a:t>No additional items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0" name="Audio 19">
            <a:extLst>
              <a:ext uri="{FF2B5EF4-FFF2-40B4-BE49-F238E27FC236}">
                <a16:creationId xmlns:a16="http://schemas.microsoft.com/office/drawing/2014/main" id="{5AE8CFA8-5115-61F2-5C71-9323855B189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2253"/>
    </mc:Choice>
    <mc:Fallback>
      <p:transition spd="slow" advTm="722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extLst>
    <p:ext uri="{3A86A75C-4F4B-4683-9AE1-C65F6400EC91}">
      <p14:laserTraceLst xmlns:p14="http://schemas.microsoft.com/office/powerpoint/2010/main">
        <p14:tracePtLst>
          <p14:tracePt t="282" x="5857875" y="2390775"/>
          <p14:tracePt t="291" x="5815013" y="2414588"/>
          <p14:tracePt t="299" x="5791200" y="2433638"/>
          <p14:tracePt t="315" x="5757863" y="2443163"/>
          <p14:tracePt t="323" x="5734050" y="2462213"/>
          <p14:tracePt t="332" x="5691188" y="2495550"/>
          <p14:tracePt t="340" x="5686425" y="2505075"/>
          <p14:tracePt t="349" x="5681663" y="2514600"/>
          <p14:tracePt t="357" x="5653088" y="2571750"/>
          <p14:tracePt t="373" x="5643563" y="2590800"/>
          <p14:tracePt t="382" x="5614988" y="2609850"/>
          <p14:tracePt t="390" x="5572125" y="2638425"/>
          <p14:tracePt t="407" x="5562600" y="2643188"/>
          <p14:tracePt t="415" x="5548313" y="2657475"/>
          <p14:tracePt t="432" x="5548313" y="2676525"/>
          <p14:tracePt t="440" x="5548313" y="2714625"/>
          <p14:tracePt t="449" x="5557838" y="2733675"/>
          <p14:tracePt t="474" x="5557838" y="2738438"/>
          <p14:tracePt t="523" x="5562600" y="2738438"/>
          <p14:tracePt t="532" x="5562600" y="2747963"/>
          <p14:tracePt t="540" x="5572125" y="2752725"/>
          <p14:tracePt t="549" x="5576888" y="2762250"/>
          <p14:tracePt t="640" x="5581650" y="2762250"/>
          <p14:tracePt t="649" x="5581650" y="2752725"/>
          <p14:tracePt t="674" x="5591175" y="2733675"/>
          <p14:tracePt t="682" x="5591175" y="2728913"/>
          <p14:tracePt t="690" x="5600700" y="2667000"/>
          <p14:tracePt t="707" x="5600700" y="2638425"/>
          <p14:tracePt t="715" x="5600700" y="2624138"/>
          <p14:tracePt t="732" x="5600700" y="2619375"/>
          <p14:tracePt t="740" x="5600700" y="2609850"/>
          <p14:tracePt t="749" x="5600700" y="2576513"/>
          <p14:tracePt t="765" x="5600700" y="2552700"/>
          <p14:tracePt t="782" x="5600700" y="2547938"/>
          <p14:tracePt t="790" x="5600700" y="2538413"/>
          <p14:tracePt t="807" x="5600700" y="2519363"/>
          <p14:tracePt t="832" x="5600700" y="2514600"/>
          <p14:tracePt t="849" x="5600700" y="2505075"/>
          <p14:tracePt t="1696" x="5610225" y="2505075"/>
          <p14:tracePt t="1717" x="5614988" y="2500313"/>
          <p14:tracePt t="1732" x="5629275" y="2495550"/>
          <p14:tracePt t="1763" x="5643563" y="2486025"/>
          <p14:tracePt t="1777" x="5643563" y="2481263"/>
          <p14:tracePt t="1798" x="5648325" y="2481263"/>
          <p14:tracePt t="1813" x="5648325" y="2476500"/>
          <p14:tracePt t="1852" x="5648325" y="2466975"/>
          <p14:tracePt t="1867" x="5653088" y="2433638"/>
          <p14:tracePt t="2092" x="5653088" y="2428875"/>
          <p14:tracePt t="2101" x="5648325" y="2428875"/>
          <p14:tracePt t="2167" x="5648325" y="2424113"/>
          <p14:tracePt t="2213" x="5643563" y="2424113"/>
          <p14:tracePt t="2242" x="5643563" y="2414588"/>
          <p14:tracePt t="2255" x="5634038" y="2414588"/>
          <p14:tracePt t="4522" x="5643563" y="2414588"/>
          <p14:tracePt t="4537" x="5653088" y="2424113"/>
          <p14:tracePt t="4563" x="5653088" y="2428875"/>
          <p14:tracePt t="4573" x="5662613" y="2428875"/>
          <p14:tracePt t="4590" x="5662613" y="2433638"/>
          <p14:tracePt t="4599" x="5672138" y="2447925"/>
          <p14:tracePt t="4613" x="5681663" y="2447925"/>
          <p14:tracePt t="4630" x="5681663" y="2452688"/>
          <p14:tracePt t="4642" x="5686425" y="2452688"/>
          <p14:tracePt t="4657" x="5686425" y="2462213"/>
          <p14:tracePt t="4672" x="5691188" y="2500313"/>
          <p14:tracePt t="4682" x="5700713" y="2538413"/>
          <p14:tracePt t="4690" x="5700713" y="2690813"/>
          <p14:tracePt t="4717" x="5691188" y="2819400"/>
          <p14:tracePt t="4725" x="5672138" y="2895600"/>
          <p14:tracePt t="4732" x="5672138" y="3119438"/>
          <p14:tracePt t="4747" x="5715000" y="3157538"/>
          <p14:tracePt t="4757" x="5719763" y="3162300"/>
          <p14:tracePt t="4765" x="5738813" y="3167063"/>
          <p14:tracePt t="5002" x="5734050" y="3167063"/>
          <p14:tracePt t="5017" x="5724525" y="3162300"/>
          <p14:tracePt t="5047" x="5719763" y="3162300"/>
          <p14:tracePt t="5057" x="5705475" y="3167063"/>
          <p14:tracePt t="5065" x="5715000" y="3190875"/>
          <p14:tracePt t="5077" x="5719763" y="3190875"/>
          <p14:tracePt t="5107" x="5715000" y="3190875"/>
          <p14:tracePt t="5115" x="5705475" y="3190875"/>
          <p14:tracePt t="5138" x="5705475" y="3195638"/>
          <p14:tracePt t="5155" x="5715000" y="3200400"/>
          <p14:tracePt t="5174" x="5724525" y="3209925"/>
          <p14:tracePt t="5182" x="5743575" y="3228975"/>
          <p14:tracePt t="5197" x="5786438" y="3248025"/>
          <p14:tracePt t="5207" x="5829300" y="3267075"/>
          <p14:tracePt t="5215" x="5986463" y="3333750"/>
          <p14:tracePt t="5227" x="6005513" y="3343275"/>
          <p14:tracePt t="5238" x="6048375" y="3362325"/>
          <p14:tracePt t="5249" x="6143625" y="3405188"/>
          <p14:tracePt t="5257" x="6148388" y="3409950"/>
          <p14:tracePt t="5266" x="6167438" y="3409950"/>
          <p14:tracePt t="5274" x="6172200" y="3414713"/>
          <p14:tracePt t="5305" x="6167438" y="3414713"/>
          <p14:tracePt t="5505" x="6153150" y="3414713"/>
          <p14:tracePt t="5515" x="6148388" y="3424238"/>
          <p14:tracePt t="5557" x="6167438" y="3429000"/>
          <p14:tracePt t="5580" x="6181725" y="3429000"/>
          <p14:tracePt t="5592" x="6200775" y="3433763"/>
          <p14:tracePt t="5605" x="6205538" y="3433763"/>
          <p14:tracePt t="5647" x="6200775" y="3433763"/>
          <p14:tracePt t="5657" x="6191250" y="3433763"/>
          <p14:tracePt t="5666" x="6186488" y="3433763"/>
          <p14:tracePt t="5680" x="6167438" y="3429000"/>
          <p14:tracePt t="5692" x="6153150" y="3429000"/>
          <p14:tracePt t="5699" x="6129338" y="3429000"/>
          <p14:tracePt t="5711" x="6072188" y="3409950"/>
          <p14:tracePt t="5722" x="6043613" y="3405188"/>
          <p14:tracePt t="5732" x="6005513" y="3405188"/>
          <p14:tracePt t="5740" x="5900738" y="3381375"/>
          <p14:tracePt t="5755" x="5843588" y="3376613"/>
          <p14:tracePt t="5766" x="5791200" y="3376613"/>
          <p14:tracePt t="5774" x="5653088" y="3376613"/>
          <p14:tracePt t="5782" x="5600700" y="3381375"/>
          <p14:tracePt t="5796" x="5548313" y="3395663"/>
          <p14:tracePt t="5805" x="5486400" y="3409950"/>
          <p14:tracePt t="5830" x="5467350" y="3414713"/>
          <p14:tracePt t="5840" x="5438775" y="3429000"/>
          <p14:tracePt t="5849" x="5324475" y="3481388"/>
          <p14:tracePt t="5857" x="5291138" y="3495675"/>
          <p14:tracePt t="5865" x="5286375" y="3500438"/>
          <p14:tracePt t="5874" x="5172075" y="3552825"/>
          <p14:tracePt t="5888" x="5072063" y="3595688"/>
          <p14:tracePt t="5898" x="4938713" y="3676650"/>
          <p14:tracePt t="5907" x="4757738" y="3810000"/>
          <p14:tracePt t="5917" x="4700588" y="3857625"/>
          <p14:tracePt t="5924" x="4686300" y="3881438"/>
          <p14:tracePt t="5932" x="4695825" y="3905250"/>
          <p14:tracePt t="6130" x="4695825" y="3895725"/>
          <p14:tracePt t="6147" x="4695825" y="3890963"/>
          <p14:tracePt t="6164" x="4700588" y="3890963"/>
          <p14:tracePt t="6174" x="4700588" y="3895725"/>
          <p14:tracePt t="6188" x="4705350" y="3895725"/>
          <p14:tracePt t="6199" x="4714875" y="3895725"/>
          <p14:tracePt t="6207" x="4714875" y="3905250"/>
          <p14:tracePt t="6217" x="4719638" y="3905250"/>
          <p14:tracePt t="6224" x="4724400" y="3905250"/>
          <p14:tracePt t="6232" x="4767263" y="3910013"/>
          <p14:tracePt t="6247" x="4786313" y="3914775"/>
          <p14:tracePt t="6257" x="4829175" y="3924300"/>
          <p14:tracePt t="6266" x="4910138" y="3924300"/>
          <p14:tracePt t="6277" x="4948238" y="3924300"/>
          <p14:tracePt t="6288" x="4991100" y="3914775"/>
          <p14:tracePt t="6299" x="5043488" y="3895725"/>
          <p14:tracePt t="6307" x="5062538" y="3890963"/>
          <p14:tracePt t="6322" x="5072063" y="3881438"/>
          <p14:tracePt t="6338" x="5114925" y="3871913"/>
          <p14:tracePt t="6355" x="5133975" y="3862388"/>
          <p14:tracePt t="6367" x="5162550" y="3862388"/>
          <p14:tracePt t="6375" x="5200650" y="3862388"/>
          <p14:tracePt t="6382" x="5272088" y="3890963"/>
          <p14:tracePt t="6397" x="5276850" y="3890963"/>
          <p14:tracePt t="6407" x="5329238" y="3924300"/>
          <p14:tracePt t="6415" x="5414963" y="3962400"/>
          <p14:tracePt t="6427" x="5486400" y="3986213"/>
          <p14:tracePt t="6438" x="5510213" y="4000500"/>
          <p14:tracePt t="6449" x="5629275" y="4038600"/>
          <p14:tracePt t="6457" x="5705475" y="4067175"/>
          <p14:tracePt t="6466" x="5724525" y="4071938"/>
          <p14:tracePt t="6474" x="5862638" y="4105275"/>
          <p14:tracePt t="6488" x="5934075" y="4110038"/>
          <p14:tracePt t="6498" x="5967413" y="4119563"/>
          <p14:tracePt t="6507" x="6091238" y="4119563"/>
          <p14:tracePt t="6517" x="6110288" y="4119563"/>
          <p14:tracePt t="6524" x="6167438" y="4119563"/>
          <p14:tracePt t="6538" x="6224588" y="4119563"/>
          <p14:tracePt t="6563" x="6253163" y="4119563"/>
          <p14:tracePt t="6574" x="6257925" y="4119563"/>
          <p14:tracePt t="6585" x="6348413" y="4119563"/>
          <p14:tracePt t="6592" x="6357938" y="4119563"/>
          <p14:tracePt t="6604" x="6376988" y="4124325"/>
          <p14:tracePt t="6607" x="6396038" y="4129088"/>
          <p14:tracePt t="6622" x="6400800" y="4138613"/>
          <p14:tracePt t="6632" x="6405563" y="4138613"/>
          <p14:tracePt t="6640" x="6486525" y="4143375"/>
          <p14:tracePt t="6655" x="6500813" y="4143375"/>
          <p14:tracePt t="6665" x="6505575" y="4143375"/>
          <p14:tracePt t="6674" x="6591300" y="4119563"/>
          <p14:tracePt t="6682" x="6600825" y="4110038"/>
          <p14:tracePt t="6694" x="6610350" y="4110038"/>
          <p14:tracePt t="6705" x="6615113" y="4105275"/>
          <p14:tracePt t="6722" x="6600825" y="4105275"/>
          <p14:tracePt t="6732" x="6596063" y="4110038"/>
          <p14:tracePt t="6742" x="6591300" y="4110038"/>
          <p14:tracePt t="6749" x="6572250" y="4110038"/>
          <p14:tracePt t="6760" x="6524625" y="4105275"/>
          <p14:tracePt t="6780" x="6448425" y="4105275"/>
          <p14:tracePt t="7027" x="6453188" y="4105275"/>
          <p14:tracePt t="7036" x="6453188" y="4095750"/>
          <p14:tracePt t="7072" x="6448425" y="4090988"/>
          <p14:tracePt t="7105" x="6448425" y="4086225"/>
          <p14:tracePt t="7124" x="6448425" y="4076700"/>
          <p14:tracePt t="7132" x="6457950" y="4052888"/>
          <p14:tracePt t="7147" x="6467475" y="4019550"/>
          <p14:tracePt t="7156" x="6467475" y="4014788"/>
          <p14:tracePt t="7166" x="6472238" y="3933825"/>
          <p14:tracePt t="7177" x="6472238" y="3890963"/>
          <p14:tracePt t="7186" x="6472238" y="3862388"/>
          <p14:tracePt t="7194" x="6500813" y="3805238"/>
          <p14:tracePt t="7207" x="6500813" y="3790950"/>
          <p14:tracePt t="7216" x="6505575" y="3786188"/>
          <p14:tracePt t="7224" x="6510338" y="3748088"/>
          <p14:tracePt t="7238" x="6510338" y="3729038"/>
          <p14:tracePt t="7248" x="6510338" y="3709988"/>
          <p14:tracePt t="7257" x="6491288" y="3662363"/>
          <p14:tracePt t="7267" x="6472238" y="3624263"/>
          <p14:tracePt t="7275" x="6448425" y="3586163"/>
          <p14:tracePt t="7282" x="6396038" y="3495675"/>
          <p14:tracePt t="7297" x="6343650" y="3433763"/>
          <p14:tracePt t="7307" x="6324600" y="3409950"/>
          <p14:tracePt t="7315" x="6234113" y="3319463"/>
          <p14:tracePt t="7327" x="6191250" y="3286125"/>
          <p14:tracePt t="7338" x="6186488" y="3281363"/>
          <p14:tracePt t="7349" x="6162675" y="3248025"/>
          <p14:tracePt t="7357" x="6162675" y="3238500"/>
          <p14:tracePt t="7366" x="6153150" y="3238500"/>
          <p14:tracePt t="7374" x="6153150" y="3233738"/>
          <p14:tracePt t="7477" x="6148388" y="3233738"/>
          <p14:tracePt t="8647" x="6153150" y="3233738"/>
          <p14:tracePt t="9053" x="6148388" y="3233738"/>
          <p14:tracePt t="9060" x="6129338" y="3233738"/>
          <p14:tracePt t="9072" x="6081713" y="3238500"/>
          <p14:tracePt t="9086" x="6010275" y="3238500"/>
          <p14:tracePt t="9090" x="5948363" y="3248025"/>
          <p14:tracePt t="9099" x="5734050" y="3248025"/>
          <p14:tracePt t="9113" x="5629275" y="3262313"/>
          <p14:tracePt t="9124" x="5519738" y="3271838"/>
          <p14:tracePt t="9132" x="5376863" y="3319463"/>
          <p14:tracePt t="9142" x="5324475" y="3343275"/>
          <p14:tracePt t="9150" x="5276850" y="3362325"/>
          <p14:tracePt t="9160" x="5195888" y="3424238"/>
          <p14:tracePt t="9180" x="5186363" y="3429000"/>
          <p14:tracePt t="9202" x="5186363" y="3433763"/>
          <p14:tracePt t="9232" x="5172075" y="3462338"/>
          <p14:tracePt t="9240" x="5167313" y="3481388"/>
          <p14:tracePt t="9249" x="5148263" y="3514725"/>
          <p14:tracePt t="9272" x="5143500" y="3524250"/>
          <p14:tracePt t="9282" x="5143500" y="3533775"/>
          <p14:tracePt t="9292" x="5167313" y="3548063"/>
          <p14:tracePt t="9300" x="5186363" y="3557588"/>
          <p14:tracePt t="9310" x="5272088" y="3571875"/>
          <p14:tracePt t="9322" x="5286375" y="3576638"/>
          <p14:tracePt t="9447" x="5291138" y="3576638"/>
          <p14:tracePt t="9457" x="5295900" y="3571875"/>
          <p14:tracePt t="9472" x="5295900" y="3567113"/>
          <p14:tracePt t="9488" x="5291138" y="3557588"/>
          <p14:tracePt t="9513" x="5286375" y="3557588"/>
          <p14:tracePt t="9524" x="5224463" y="3533775"/>
          <p14:tracePt t="9532" x="5167313" y="3505200"/>
          <p14:tracePt t="9540" x="5143500" y="3495675"/>
          <p14:tracePt t="9555" x="5010150" y="3429000"/>
          <p14:tracePt t="9565" x="4986338" y="3409950"/>
          <p14:tracePt t="9574" x="4914900" y="3362325"/>
          <p14:tracePt t="9582" x="4814888" y="3300413"/>
          <p14:tracePt t="9593" x="4724400" y="3238500"/>
          <p14:tracePt t="9602" x="4672013" y="3209925"/>
          <p14:tracePt t="9611" x="4543425" y="3143250"/>
          <p14:tracePt t="9638" x="4448175" y="3076575"/>
          <p14:tracePt t="9648" x="4329113" y="3005138"/>
          <p14:tracePt t="9657" x="4200525" y="2947988"/>
          <p14:tracePt t="9672" x="4143375" y="2928938"/>
          <p14:tracePt t="9682" x="4000500" y="2881313"/>
          <p14:tracePt t="9697" x="3952875" y="2881313"/>
          <p14:tracePt t="9707" x="3938588" y="2881313"/>
          <p14:tracePt t="9716" x="3857625" y="2909888"/>
          <p14:tracePt t="9727" x="3848100" y="2914650"/>
          <p14:tracePt t="9738" x="3810000" y="2947988"/>
          <p14:tracePt t="9749" x="3738563" y="3038475"/>
          <p14:tracePt t="9757" x="3686175" y="3119438"/>
          <p14:tracePt t="9772" x="3676650" y="3143250"/>
          <p14:tracePt t="9782" x="3624263" y="3252788"/>
          <p14:tracePt t="9790" x="3595688" y="3309938"/>
          <p14:tracePt t="9799" x="3581400" y="3333750"/>
          <p14:tracePt t="9807" x="3571875" y="3409950"/>
          <p14:tracePt t="9824" x="3571875" y="3448050"/>
          <p14:tracePt t="9832" x="3581400" y="3467100"/>
          <p14:tracePt t="9847" x="3590925" y="3476625"/>
          <p14:tracePt t="9863" x="3605213" y="3481388"/>
          <p14:tracePt t="9888" x="3609975" y="3481388"/>
          <p14:tracePt t="9899" x="3614738" y="3481388"/>
          <p14:tracePt t="9915" x="3614738" y="3476625"/>
          <p14:tracePt t="9938" x="3614738" y="3467100"/>
          <p14:tracePt t="9949" x="3624263" y="3462338"/>
          <p14:tracePt t="9957" x="3629025" y="3433763"/>
          <p14:tracePt t="9982" x="3629025" y="3414713"/>
          <p14:tracePt t="9997" x="3624263" y="3409950"/>
          <p14:tracePt t="10007" x="3624263" y="3405188"/>
          <p14:tracePt t="10016" x="3605213" y="3381375"/>
          <p14:tracePt t="10027" x="3595688" y="3376613"/>
          <p14:tracePt t="10038" x="3595688" y="3371850"/>
          <p14:tracePt t="10048" x="3562350" y="3338513"/>
          <p14:tracePt t="10057" x="3543300" y="3324225"/>
          <p14:tracePt t="10066" x="3538538" y="3324225"/>
          <p14:tracePt t="10077" x="3486150" y="3305175"/>
          <p14:tracePt t="10089" x="3471863" y="3300413"/>
          <p14:tracePt t="10101" x="3448050" y="3290888"/>
          <p14:tracePt t="10108" x="3390900" y="3286125"/>
          <p14:tracePt t="10117" x="3367088" y="3286125"/>
          <p14:tracePt t="10132" x="3348038" y="3271838"/>
          <p14:tracePt t="10147" x="3343275" y="3271838"/>
          <p14:tracePt t="10231" x="3343275" y="3267075"/>
          <p14:tracePt t="10252" x="3348038" y="3262313"/>
          <p14:tracePt t="10267" x="3348038" y="3252788"/>
          <p14:tracePt t="10282" x="3348038" y="3248025"/>
          <p14:tracePt t="10297" x="3357563" y="3228975"/>
          <p14:tracePt t="10313" x="3357563" y="3219450"/>
          <p14:tracePt t="10323" x="3362325" y="3219450"/>
          <p14:tracePt t="10332" x="3362325" y="3190875"/>
          <p14:tracePt t="10357" x="3362325" y="3167063"/>
          <p14:tracePt t="10372" x="3362325" y="3119438"/>
          <p14:tracePt t="10388" x="3357563" y="3119438"/>
          <p14:tracePt t="10422" x="3357563" y="3109913"/>
          <p14:tracePt t="10530" x="3362325" y="3119438"/>
          <p14:tracePt t="10540" x="3367088" y="3124200"/>
          <p14:tracePt t="10563" x="3367088" y="3128963"/>
          <p14:tracePt t="10574" x="3409950" y="3162300"/>
          <p14:tracePt t="10582" x="3429000" y="3181350"/>
          <p14:tracePt t="10590" x="3452813" y="3200400"/>
          <p14:tracePt t="10599" x="3490913" y="3233738"/>
          <p14:tracePt t="10613" x="3509963" y="3262313"/>
          <p14:tracePt t="10624" x="3538538" y="3271838"/>
          <p14:tracePt t="10632" x="3576638" y="3309938"/>
          <p14:tracePt t="10655" x="3590925" y="3309938"/>
          <p14:tracePt t="10666" x="3609975" y="3324225"/>
          <p14:tracePt t="10674" x="3614738" y="3324225"/>
          <p14:tracePt t="10682" x="3624263" y="3324225"/>
          <p14:tracePt t="10691" x="3643313" y="3324225"/>
          <p14:tracePt t="10713" x="3662363" y="3324225"/>
          <p14:tracePt t="10724" x="3695700" y="3309938"/>
          <p14:tracePt t="10732" x="3700463" y="3305175"/>
          <p14:tracePt t="10747" x="3705225" y="3305175"/>
          <p14:tracePt t="10763" x="3748088" y="3267075"/>
          <p14:tracePt t="10780" x="3786188" y="3214688"/>
          <p14:tracePt t="10799" x="3790950" y="3195638"/>
          <p14:tracePt t="10813" x="3805238" y="3176588"/>
          <p14:tracePt t="10830" x="3805238" y="3167063"/>
          <p14:tracePt t="10840" x="3810000" y="3162300"/>
          <p14:tracePt t="10867" x="3810000" y="3157538"/>
          <p14:tracePt t="10882" x="3810000" y="3138488"/>
          <p14:tracePt t="10905" x="3810000" y="3128963"/>
          <p14:tracePt t="10927" x="3810000" y="3124200"/>
          <p14:tracePt t="10947" x="3805238" y="3119438"/>
          <p14:tracePt t="10972" x="3805238" y="3109913"/>
          <p14:tracePt t="11407" x="3810000" y="3109913"/>
          <p14:tracePt t="11419" x="3810000" y="3119438"/>
          <p14:tracePt t="11424" x="3824288" y="3124200"/>
          <p14:tracePt t="11438" x="3838575" y="3138488"/>
          <p14:tracePt t="11449" x="3867150" y="3167063"/>
          <p14:tracePt t="11457" x="3938588" y="3238500"/>
          <p14:tracePt t="11467" x="3981450" y="3281363"/>
          <p14:tracePt t="11474" x="4000500" y="3300413"/>
          <p14:tracePt t="11482" x="4071938" y="3362325"/>
          <p14:tracePt t="11497" x="4081463" y="3376613"/>
          <p14:tracePt t="11507" x="4095750" y="3381375"/>
          <p14:tracePt t="11516" x="4114800" y="3390900"/>
          <p14:tracePt t="11527" x="4124325" y="3390900"/>
          <p14:tracePt t="11538" x="4129088" y="3390900"/>
          <p14:tracePt t="11549" x="4205288" y="3381375"/>
          <p14:tracePt t="11557" x="4233863" y="3371850"/>
          <p14:tracePt t="11565" x="4267200" y="3362325"/>
          <p14:tracePt t="11578" x="4362450" y="3309938"/>
          <p14:tracePt t="11588" x="4386263" y="3290888"/>
          <p14:tracePt t="11599" x="4414838" y="3281363"/>
          <p14:tracePt t="11607" x="4452938" y="3248025"/>
          <p14:tracePt t="11617" x="4457700" y="3233738"/>
          <p14:tracePt t="11638" x="4467225" y="3195638"/>
          <p14:tracePt t="11648" x="4467225" y="3190875"/>
          <p14:tracePt t="11657" x="4467225" y="3176588"/>
          <p14:tracePt t="11666" x="4457700" y="3148013"/>
          <p14:tracePt t="11677" x="4448175" y="3138488"/>
          <p14:tracePt t="11692" x="4410075" y="3095625"/>
          <p14:tracePt t="11707" x="4400550" y="3095625"/>
          <p14:tracePt t="11722" x="4386263" y="3090863"/>
          <p14:tracePt t="11747" x="4381500" y="3090863"/>
          <p14:tracePt t="11767" x="4376738" y="3086100"/>
          <p14:tracePt t="11798" x="4367213" y="3086100"/>
          <p14:tracePt t="11902" x="4362450" y="3086100"/>
          <p14:tracePt t="11910" x="4362450" y="3090863"/>
          <p14:tracePt t="11932" x="4357688" y="3090863"/>
          <p14:tracePt t="11940" x="4348163" y="3090863"/>
          <p14:tracePt t="11963" x="4314825" y="3105150"/>
          <p14:tracePt t="11980" x="4291013" y="3109913"/>
          <p14:tracePt t="11997" x="4286250" y="3109913"/>
          <p14:tracePt t="12157" x="4276725" y="3109913"/>
          <p14:tracePt t="12172" x="4276725" y="3105150"/>
          <p14:tracePt t="12197" x="4271963" y="3105150"/>
          <p14:tracePt t="12207" x="4257675" y="3076575"/>
          <p14:tracePt t="12217" x="4252913" y="3076575"/>
          <p14:tracePt t="12225" x="4252913" y="3071813"/>
          <p14:tracePt t="12232" x="4233863" y="3067050"/>
          <p14:tracePt t="12247" x="4224338" y="3067050"/>
          <p14:tracePt t="12257" x="4224338" y="3057525"/>
          <p14:tracePt t="12265" x="4219575" y="3057525"/>
          <p14:tracePt t="12314" x="4214813" y="3052763"/>
          <p14:tracePt t="12347" x="4205288" y="3052763"/>
          <p14:tracePt t="12382" x="4200525" y="3057525"/>
          <p14:tracePt t="12405" x="4200525" y="3071813"/>
          <p14:tracePt t="12415" x="4200525" y="3076575"/>
          <p14:tracePt t="12427" x="4195763" y="3095625"/>
          <p14:tracePt t="12439" x="4195763" y="3124200"/>
          <p14:tracePt t="12451" x="4195763" y="3157538"/>
          <p14:tracePt t="12457" x="4195763" y="3181350"/>
          <p14:tracePt t="12465" x="4195763" y="3209925"/>
          <p14:tracePt t="12474" x="4238625" y="3286125"/>
          <p14:tracePt t="12488" x="4257675" y="3309938"/>
          <p14:tracePt t="12499" x="4291013" y="3338513"/>
          <p14:tracePt t="12507" x="4314825" y="3352800"/>
          <p14:tracePt t="12522" x="4343400" y="3362325"/>
          <p14:tracePt t="12532" x="4362450" y="3371850"/>
          <p14:tracePt t="12540" x="4395788" y="3376613"/>
          <p14:tracePt t="12549" x="4486275" y="3376613"/>
          <p14:tracePt t="12557" x="4557713" y="3357563"/>
          <p14:tracePt t="12565" x="4652963" y="3338513"/>
          <p14:tracePt t="12577" x="4700588" y="3319463"/>
          <p14:tracePt t="12588" x="4738688" y="3300413"/>
          <p14:tracePt t="12599" x="4805363" y="3248025"/>
          <p14:tracePt t="12607" x="4829175" y="3233738"/>
          <p14:tracePt t="12620" x="4838700" y="3228975"/>
          <p14:tracePt t="12627" x="4876800" y="3148013"/>
          <p14:tracePt t="12638" x="4876800" y="3143250"/>
          <p14:tracePt t="12649" x="4876800" y="3109913"/>
          <p14:tracePt t="12657" x="4857750" y="3052763"/>
          <p14:tracePt t="12672" x="4848225" y="3048000"/>
          <p14:tracePt t="12682" x="4824413" y="3014663"/>
          <p14:tracePt t="12691" x="4767263" y="2962275"/>
          <p14:tracePt t="12699" x="4752975" y="2952750"/>
          <p14:tracePt t="12707" x="4714875" y="2943225"/>
          <p14:tracePt t="12715" x="4667250" y="2943225"/>
          <p14:tracePt t="12727" x="4629150" y="2947988"/>
          <p14:tracePt t="12738" x="4624388" y="2952750"/>
          <p14:tracePt t="12757" x="4529138" y="3052763"/>
          <p14:tracePt t="12765" x="4524375" y="3071813"/>
          <p14:tracePt t="12774" x="4481513" y="3157538"/>
          <p14:tracePt t="12788" x="4481513" y="3195638"/>
          <p14:tracePt t="12805" x="4481513" y="3200400"/>
          <p14:tracePt t="12817" x="4486275" y="3252788"/>
          <p14:tracePt t="12825" x="4500563" y="3267075"/>
          <p14:tracePt t="12832" x="4538663" y="3290888"/>
          <p14:tracePt t="12847" x="4543425" y="3290888"/>
          <p14:tracePt t="12864" x="4600575" y="3300413"/>
          <p14:tracePt t="12877" x="4610100" y="3300413"/>
          <p14:tracePt t="12897" x="4629150" y="3286125"/>
          <p14:tracePt t="12907" x="4633913" y="3281363"/>
          <p14:tracePt t="12922" x="4633913" y="3271838"/>
          <p14:tracePt t="12939" x="4633913" y="3267075"/>
          <p14:tracePt t="12949" x="4624388" y="3248025"/>
          <p14:tracePt t="12957" x="4581525" y="3214688"/>
          <p14:tracePt t="12967" x="4572000" y="3200400"/>
          <p14:tracePt t="12982" x="4543425" y="3181350"/>
          <p14:tracePt t="12997" x="4448175" y="3143250"/>
          <p14:tracePt t="13007" x="4410075" y="3128963"/>
          <p14:tracePt t="13016" x="4400550" y="3128963"/>
          <p14:tracePt t="13042" x="4395788" y="3128963"/>
          <p14:tracePt t="13117" x="4400550" y="3128963"/>
          <p14:tracePt t="13172" x="4410075" y="3128963"/>
          <p14:tracePt t="13247" x="4414838" y="3119438"/>
          <p14:tracePt t="13256" x="4414838" y="3109913"/>
          <p14:tracePt t="13267" x="4414838" y="3095625"/>
          <p14:tracePt t="13275" x="4419600" y="3086100"/>
          <p14:tracePt t="13282" x="4419600" y="3076575"/>
          <p14:tracePt t="13297" x="4419600" y="3071813"/>
          <p14:tracePt t="13313" x="4419600" y="3057525"/>
          <p14:tracePt t="13327" x="4419600" y="3019425"/>
          <p14:tracePt t="13342" x="4419600" y="3005138"/>
          <p14:tracePt t="13567" x="4429125" y="3005138"/>
          <p14:tracePt t="13605" x="4433888" y="3005138"/>
          <p14:tracePt t="13627" x="4438650" y="3005138"/>
          <p14:tracePt t="13657" x="4448175" y="3005138"/>
          <p14:tracePt t="13665" x="4448175" y="3000375"/>
          <p14:tracePt t="13717" x="4452938" y="3000375"/>
          <p14:tracePt t="13950" x="4457700" y="3000375"/>
          <p14:tracePt t="13980" x="4467225" y="3005138"/>
          <p14:tracePt t="14002" x="4471988" y="3005138"/>
          <p14:tracePt t="14006" x="4481513" y="3005138"/>
          <p14:tracePt t="14016" x="4481513" y="3014663"/>
          <p14:tracePt t="14040" x="4486275" y="3014663"/>
          <p14:tracePt t="14152" x="4491038" y="3014663"/>
          <p14:tracePt t="14288" x="4486275" y="3014663"/>
          <p14:tracePt t="14325" x="4481513" y="3014663"/>
          <p14:tracePt t="14347" x="4481513" y="3019425"/>
          <p14:tracePt t="14364" x="4481513" y="3024188"/>
          <p14:tracePt t="14377" x="4486275" y="3024188"/>
          <p14:tracePt t="14389" x="4500563" y="3038475"/>
          <p14:tracePt t="14399" x="4505325" y="3048000"/>
          <p14:tracePt t="14414" x="4529138" y="3067050"/>
          <p14:tracePt t="14424" x="4562475" y="3086100"/>
          <p14:tracePt t="14439" x="4629150" y="3109913"/>
          <p14:tracePt t="14455" x="4633913" y="3119438"/>
          <p14:tracePt t="14467" x="4648200" y="3124200"/>
          <p14:tracePt t="14527" x="4648200" y="3119438"/>
          <p14:tracePt t="14542" x="4648200" y="3105150"/>
          <p14:tracePt t="14564" x="4648200" y="3071813"/>
          <p14:tracePt t="14574" x="4648200" y="3067050"/>
          <p14:tracePt t="14589" x="4643438" y="3057525"/>
          <p14:tracePt t="14603" x="4643438" y="3052763"/>
          <p14:tracePt t="14610" x="4633913" y="3052763"/>
          <p14:tracePt t="14708" x="4633913" y="3057525"/>
          <p14:tracePt t="14722" x="4643438" y="3067050"/>
          <p14:tracePt t="14738" x="4643438" y="3071813"/>
          <p14:tracePt t="14748" x="4643438" y="3076575"/>
          <p14:tracePt t="14757" x="4648200" y="3086100"/>
          <p14:tracePt t="14767" x="4652963" y="3105150"/>
          <p14:tracePt t="14775" x="4662488" y="3119438"/>
          <p14:tracePt t="14782" x="4705350" y="3167063"/>
          <p14:tracePt t="14799" x="4719638" y="3181350"/>
          <p14:tracePt t="14807" x="4724400" y="3181350"/>
          <p14:tracePt t="14816" x="4733925" y="3190875"/>
          <p14:tracePt t="14940" x="4733925" y="3195638"/>
          <p14:tracePt t="14964" x="4733925" y="3200400"/>
          <p14:tracePt t="14980" x="4724400" y="3214688"/>
          <p14:tracePt t="14992" x="4719638" y="3219450"/>
          <p14:tracePt t="15000" x="4719638" y="3228975"/>
          <p14:tracePt t="15007" x="4714875" y="3233738"/>
          <p14:tracePt t="15022" x="4714875" y="3238500"/>
          <p14:tracePt t="15032" x="4700588" y="3248025"/>
          <p14:tracePt t="15041" x="4648200" y="3271838"/>
          <p14:tracePt t="15277" x="4643438" y="3271838"/>
          <p14:tracePt t="15297" x="4633913" y="3271838"/>
          <p14:tracePt t="15314" x="4629150" y="3267075"/>
          <p14:tracePt t="15338" x="4614863" y="3267075"/>
          <p14:tracePt t="15355" x="4610100" y="3267075"/>
          <p14:tracePt t="15367" x="4600575" y="3267075"/>
          <p14:tracePt t="15388" x="4595813" y="3271838"/>
          <p14:tracePt t="15414" x="4591050" y="3281363"/>
          <p14:tracePt t="15472" x="4591050" y="3286125"/>
          <p14:tracePt t="15482" x="4595813" y="3286125"/>
          <p14:tracePt t="15652" x="4595813" y="3290888"/>
          <p14:tracePt t="15825" x="4600575" y="3290888"/>
          <p14:tracePt t="16063" x="4600575" y="3300413"/>
          <p14:tracePt t="16088" x="4600575" y="3305175"/>
          <p14:tracePt t="16117" x="4600575" y="3309938"/>
          <p14:tracePt t="16147" x="4610100" y="3319463"/>
          <p14:tracePt t="16267" x="4610100" y="3324225"/>
          <p14:tracePt t="16280" x="4610100" y="3333750"/>
          <p14:tracePt t="16291" x="4614863" y="3338513"/>
          <p14:tracePt t="16492" x="4614863" y="3343275"/>
          <p14:tracePt t="16514" x="4614863" y="3352800"/>
          <p14:tracePt t="16688" x="4614863" y="3357563"/>
          <p14:tracePt t="16705" x="4624388" y="3357563"/>
          <p14:tracePt t="16789" x="4624388" y="3352800"/>
          <p14:tracePt t="16882" x="4629150" y="3357563"/>
          <p14:tracePt t="16914" x="4629150" y="3362325"/>
          <p14:tracePt t="16927" x="4633913" y="3362325"/>
          <p14:tracePt t="16988" x="4633913" y="3357563"/>
          <p14:tracePt t="17017" x="4633913" y="3352800"/>
          <p14:tracePt t="17130" x="4633913" y="3357563"/>
          <p14:tracePt t="17397" x="4633913" y="3352800"/>
          <p14:tracePt t="17430" x="4633913" y="3343275"/>
          <p14:tracePt t="17482" x="4633913" y="3352800"/>
          <p14:tracePt t="17491" x="4633913" y="3357563"/>
          <p14:tracePt t="17663" x="4643438" y="3357563"/>
          <p14:tracePt t="17674" x="4643438" y="3362325"/>
          <p14:tracePt t="17977" x="4643438" y="3357563"/>
          <p14:tracePt t="19606" x="4643438" y="3362325"/>
          <p14:tracePt t="21247" x="4643438" y="3357563"/>
          <p14:tracePt t="21322" x="4643438" y="3362325"/>
          <p14:tracePt t="21337" x="4648200" y="3362325"/>
          <p14:tracePt t="21405" x="4648200" y="3357563"/>
          <p14:tracePt t="21480" x="4648200" y="3362325"/>
          <p14:tracePt t="21490" x="4648200" y="3371850"/>
          <p14:tracePt t="21892" x="4648200" y="3362325"/>
          <p14:tracePt t="24819" x="4648200" y="3357563"/>
          <p14:tracePt t="25314" x="4652963" y="3357563"/>
          <p14:tracePt t="25336" x="4667250" y="3362325"/>
          <p14:tracePt t="25342" x="4672013" y="3362325"/>
          <p14:tracePt t="25357" x="4695825" y="3371850"/>
          <p14:tracePt t="25366" x="4738688" y="3381375"/>
          <p14:tracePt t="25374" x="4767263" y="3395663"/>
          <p14:tracePt t="25405" x="4843463" y="3414713"/>
          <p14:tracePt t="25417" x="4895850" y="3433763"/>
          <p14:tracePt t="25432" x="5457825" y="3648075"/>
          <p14:tracePt t="25440" x="5672138" y="3733800"/>
          <p14:tracePt t="25449" x="6005513" y="3857625"/>
          <p14:tracePt t="25464" x="6100763" y="3890963"/>
          <p14:tracePt t="25472" x="6205538" y="3929063"/>
          <p14:tracePt t="25482" x="6434138" y="4005263"/>
          <p14:tracePt t="25492" x="6543675" y="4024313"/>
          <p14:tracePt t="25500" x="6700838" y="4071938"/>
          <p14:tracePt t="25508" x="6900863" y="4119563"/>
          <p14:tracePt t="25522" x="6977063" y="4124325"/>
          <p14:tracePt t="25532" x="7058025" y="4138613"/>
          <p14:tracePt t="25541" x="7239000" y="4157663"/>
          <p14:tracePt t="25555" x="7315200" y="4157663"/>
          <p14:tracePt t="25566" x="7396163" y="4162425"/>
          <p14:tracePt t="25574" x="7496175" y="4167188"/>
          <p14:tracePt t="25586" x="7529513" y="4176713"/>
          <p14:tracePt t="25594" x="7539038" y="4181475"/>
          <p14:tracePt t="25604" x="7558088" y="4195763"/>
          <p14:tracePt t="25614" x="7562850" y="4200525"/>
          <p14:tracePt t="25624" x="7562850" y="4210050"/>
          <p14:tracePt t="25632" x="7548563" y="4214813"/>
          <p14:tracePt t="25643" x="7524750" y="4214813"/>
          <p14:tracePt t="25655" x="7519988" y="4214813"/>
          <p14:tracePt t="25666" x="7405688" y="4195763"/>
          <p14:tracePt t="25927" x="7405688" y="4200525"/>
          <p14:tracePt t="25947" x="7405688" y="4210050"/>
          <p14:tracePt t="25972" x="7400925" y="4210050"/>
          <p14:tracePt t="26017" x="7405688" y="4200525"/>
          <p14:tracePt t="26032" x="7405688" y="4195763"/>
          <p14:tracePt t="26055" x="7415213" y="4195763"/>
          <p14:tracePt t="26066" x="7415213" y="4181475"/>
          <p14:tracePt t="26077" x="7405688" y="4181475"/>
          <p14:tracePt t="26085" x="7405688" y="4167188"/>
          <p14:tracePt t="26092" x="7381875" y="4143375"/>
          <p14:tracePt t="26107" x="7381875" y="4138613"/>
          <p14:tracePt t="26116" x="7377113" y="4138613"/>
          <p14:tracePt t="26139" x="7367588" y="4129088"/>
          <p14:tracePt t="26155" x="7367588" y="4124325"/>
          <p14:tracePt t="26167" x="7362825" y="4124325"/>
          <p14:tracePt t="26182" x="7362825" y="4119563"/>
          <p14:tracePt t="26197" x="7362825" y="4110038"/>
          <p14:tracePt t="26207" x="7367588" y="4090988"/>
          <p14:tracePt t="26216" x="7386638" y="4048125"/>
          <p14:tracePt t="26227" x="7396163" y="4033838"/>
          <p14:tracePt t="26237" x="7419975" y="3986213"/>
          <p14:tracePt t="26247" x="7458075" y="3905250"/>
          <p14:tracePt t="26257" x="7477125" y="3881438"/>
          <p14:tracePt t="26266" x="7505700" y="3824288"/>
          <p14:tracePt t="26274" x="7562850" y="3719513"/>
          <p14:tracePt t="26289" x="7577138" y="3690938"/>
          <p14:tracePt t="26299" x="7610475" y="3609975"/>
          <p14:tracePt t="26308" x="7629525" y="3505200"/>
          <p14:tracePt t="26317" x="7648575" y="3405188"/>
          <p14:tracePt t="26325" x="7653338" y="3362325"/>
          <p14:tracePt t="26332" x="7662863" y="3214688"/>
          <p14:tracePt t="26347" x="7662863" y="3195638"/>
          <p14:tracePt t="26357" x="7662863" y="3181350"/>
          <p14:tracePt t="26366" x="7662863" y="3090863"/>
          <p14:tracePt t="26385" x="7662863" y="3076575"/>
          <p14:tracePt t="26407" x="7662863" y="3071813"/>
          <p14:tracePt t="26602" x="7653338" y="3071813"/>
          <p14:tracePt t="26617" x="7653338" y="3076575"/>
          <p14:tracePt t="26632" x="7648575" y="3090863"/>
          <p14:tracePt t="26655" x="7648575" y="3095625"/>
          <p14:tracePt t="26666" x="7639050" y="3105150"/>
          <p14:tracePt t="26685" x="7639050" y="3109913"/>
          <p14:tracePt t="26715" x="7639050" y="3119438"/>
          <p14:tracePt t="26738" x="7648575" y="3124200"/>
          <p14:tracePt t="26755" x="7648575" y="3138488"/>
          <p14:tracePt t="26782" x="7648575" y="3143250"/>
          <p14:tracePt t="26814" x="7648575" y="3157538"/>
          <p14:tracePt t="26842" x="7648575" y="3162300"/>
          <p14:tracePt t="27105" x="7648575" y="3167063"/>
          <p14:tracePt t="27217" x="7653338" y="3176588"/>
          <p14:tracePt t="27556" x="7662863" y="3181350"/>
          <p14:tracePt t="27566" x="7672388" y="3195638"/>
          <p14:tracePt t="27577" x="7681913" y="3195638"/>
          <p14:tracePt t="27587" x="7686675" y="3209925"/>
          <p14:tracePt t="27592" x="7705725" y="3228975"/>
          <p14:tracePt t="27607" x="7710488" y="3238500"/>
          <p14:tracePt t="27620" x="7710488" y="3248025"/>
          <p14:tracePt t="27624" x="7743825" y="3286125"/>
          <p14:tracePt t="27639" x="7758113" y="3300413"/>
          <p14:tracePt t="27649" x="7772400" y="3324225"/>
          <p14:tracePt t="27658" x="7810500" y="3362325"/>
          <p14:tracePt t="27667" x="7824788" y="3376613"/>
          <p14:tracePt t="27675" x="7829550" y="3381375"/>
          <p14:tracePt t="27683" x="7843838" y="3395663"/>
          <p14:tracePt t="27697" x="7848600" y="3405188"/>
          <p14:tracePt t="27714" x="7853363" y="3405188"/>
          <p14:tracePt t="27735" x="7862888" y="3405188"/>
          <p14:tracePt t="27742" x="7920038" y="3395663"/>
          <p14:tracePt t="27764" x="7934325" y="3390900"/>
          <p14:tracePt t="27774" x="8010525" y="3371850"/>
          <p14:tracePt t="27789" x="8015288" y="3371850"/>
          <p14:tracePt t="27799" x="8039100" y="3352800"/>
          <p14:tracePt t="27808" x="8048625" y="3324225"/>
          <p14:tracePt t="27818" x="8058150" y="3300413"/>
          <p14:tracePt t="27825" x="8058150" y="3290888"/>
          <p14:tracePt t="27833" x="8048625" y="3209925"/>
          <p14:tracePt t="27864" x="8043863" y="3195638"/>
          <p14:tracePt t="27874" x="8015288" y="3162300"/>
          <p14:tracePt t="27883" x="7896225" y="3071813"/>
          <p14:tracePt t="27892" x="7886700" y="3071813"/>
          <p14:tracePt t="27900" x="7862888" y="3057525"/>
          <p14:tracePt t="27908" x="7810500" y="3052763"/>
          <p14:tracePt t="27922" x="7810500" y="3048000"/>
          <p14:tracePt t="27932" x="7805738" y="3048000"/>
          <p14:tracePt t="27941" x="7777163" y="3038475"/>
          <p14:tracePt t="27967" x="7758113" y="3033713"/>
          <p14:tracePt t="27989" x="7753350" y="3033713"/>
          <p14:tracePt t="28357" x="7753350" y="3024188"/>
          <p14:tracePt t="28492" x="7743825" y="3024188"/>
          <p14:tracePt t="28507" x="7743825" y="3019425"/>
          <p14:tracePt t="28522" x="7739063" y="3019425"/>
          <p14:tracePt t="29064" x="7739063" y="3024188"/>
          <p14:tracePt t="29076" x="7739063" y="3052763"/>
          <p14:tracePt t="29083" x="7739063" y="3057525"/>
          <p14:tracePt t="29092" x="7739063" y="3076575"/>
          <p14:tracePt t="29100" x="7743825" y="3076575"/>
          <p14:tracePt t="29108" x="7743825" y="3090863"/>
          <p14:tracePt t="29130" x="7753350" y="3095625"/>
          <p14:tracePt t="29140" x="7753350" y="3105150"/>
          <p14:tracePt t="29155" x="7758113" y="3105150"/>
          <p14:tracePt t="29172" x="7762875" y="3109913"/>
          <p14:tracePt t="29242" x="7772400" y="3109913"/>
          <p14:tracePt t="29257" x="7777163" y="3105150"/>
          <p14:tracePt t="29281" x="7781925" y="3095625"/>
          <p14:tracePt t="29291" x="7796213" y="3086100"/>
          <p14:tracePt t="29305" x="7805738" y="3076575"/>
          <p14:tracePt t="29316" x="7810500" y="3076575"/>
          <p14:tracePt t="29324" x="7810500" y="3067050"/>
          <p14:tracePt t="29332" x="7815263" y="3067050"/>
          <p14:tracePt t="29341" x="7815263" y="3057525"/>
          <p14:tracePt t="29349" x="7815263" y="3052763"/>
          <p14:tracePt t="29372" x="7810500" y="3052763"/>
          <p14:tracePt t="29392" x="7805738" y="3048000"/>
          <p14:tracePt t="29422" x="7796213" y="3048000"/>
          <p14:tracePt t="29439" x="7791450" y="3048000"/>
          <p14:tracePt t="29455" x="7777163" y="3048000"/>
          <p14:tracePt t="29466" x="7777163" y="3052763"/>
          <p14:tracePt t="29474" x="7739063" y="3067050"/>
          <p14:tracePt t="29483" x="7734300" y="3067050"/>
          <p14:tracePt t="29497" x="7724775" y="3067050"/>
          <p14:tracePt t="29507" x="7720013" y="3067050"/>
          <p14:tracePt t="29530" x="7710488" y="3067050"/>
          <p14:tracePt t="29542" x="7710488" y="3071813"/>
          <p14:tracePt t="30114" x="7705725" y="3071813"/>
          <p14:tracePt t="30126" x="7705725" y="3067050"/>
          <p14:tracePt t="30202" x="7705725" y="3071813"/>
          <p14:tracePt t="30222" x="7700963" y="3086100"/>
          <p14:tracePt t="30240" x="7700963" y="3090863"/>
          <p14:tracePt t="30249" x="7700963" y="3095625"/>
          <p14:tracePt t="30264" x="7700963" y="3105150"/>
          <p14:tracePt t="30274" x="7691438" y="3109913"/>
          <p14:tracePt t="30283" x="7681913" y="3162300"/>
          <p14:tracePt t="30292" x="7681913" y="3167063"/>
          <p14:tracePt t="30300" x="7672388" y="3190875"/>
          <p14:tracePt t="30322" x="7648575" y="3248025"/>
          <p14:tracePt t="30332" x="7648575" y="3267075"/>
          <p14:tracePt t="30341" x="7629525" y="3371850"/>
          <p14:tracePt t="30355" x="7629525" y="3390900"/>
          <p14:tracePt t="30372" x="7629525" y="3424238"/>
          <p14:tracePt t="30389" x="7634288" y="3424238"/>
          <p14:tracePt t="30399" x="7634288" y="3429000"/>
          <p14:tracePt t="30414" x="7639050" y="3429000"/>
          <p14:tracePt t="30424" x="7648575" y="3429000"/>
          <p14:tracePt t="30432" x="7648575" y="3424238"/>
          <p14:tracePt t="30455" x="7662863" y="3414713"/>
          <p14:tracePt t="30466" x="7686675" y="3405188"/>
          <p14:tracePt t="30480" x="7691438" y="3395663"/>
          <p14:tracePt t="30491" x="7700963" y="3376613"/>
          <p14:tracePt t="30522" x="7700963" y="3371850"/>
          <p14:tracePt t="30532" x="7691438" y="3371850"/>
          <p14:tracePt t="30541" x="7672388" y="3371850"/>
          <p14:tracePt t="30549" x="7634288" y="3405188"/>
          <p14:tracePt t="30564" x="7629525" y="3409950"/>
          <p14:tracePt t="30574" x="7629525" y="3414713"/>
          <p14:tracePt t="30583" x="7600950" y="3433763"/>
          <p14:tracePt t="30592" x="7596188" y="3443288"/>
          <p14:tracePt t="30600" x="7591425" y="3443288"/>
          <p14:tracePt t="30611" x="7591425" y="3448050"/>
          <p14:tracePt t="30789" x="7581900" y="3443288"/>
          <p14:tracePt t="30799" x="7577138" y="3443288"/>
          <p14:tracePt t="30808" x="7567613" y="3443288"/>
          <p14:tracePt t="30817" x="7562850" y="3443288"/>
          <p14:tracePt t="30824" x="7558088" y="3443288"/>
          <p14:tracePt t="30832" x="7558088" y="3448050"/>
          <p14:tracePt t="30847" x="7543800" y="3448050"/>
          <p14:tracePt t="30877" x="7539038" y="3452813"/>
          <p14:tracePt t="30886" x="7529513" y="3452813"/>
          <p14:tracePt t="30892" x="7529513" y="3448050"/>
          <p14:tracePt t="30931" x="7524750" y="3448050"/>
          <p14:tracePt t="30940" x="7519988" y="3448050"/>
          <p14:tracePt t="30949" x="7510463" y="3443288"/>
          <p14:tracePt t="30958" x="7505700" y="3443288"/>
          <p14:tracePt t="30972" x="7496175" y="3443288"/>
          <p14:tracePt t="31005" x="7496175" y="3433763"/>
          <p14:tracePt t="31027" x="7496175" y="3443288"/>
          <p14:tracePt t="35279" x="7496175" y="3448050"/>
          <p14:tracePt t="35282" x="7496175" y="3452813"/>
          <p14:tracePt t="35314" x="7496175" y="3462338"/>
          <p14:tracePt t="35332" x="7496175" y="3467100"/>
          <p14:tracePt t="35482" x="7496175" y="3462338"/>
          <p14:tracePt t="35573" x="7496175" y="3481388"/>
          <p14:tracePt t="35582" x="7510463" y="3533775"/>
          <p14:tracePt t="35591" x="7524750" y="3552825"/>
          <p14:tracePt t="35606" x="7529513" y="3571875"/>
          <p14:tracePt t="35616" x="7539038" y="3595688"/>
          <p14:tracePt t="35624" x="7596188" y="3681413"/>
          <p14:tracePt t="35633" x="7600950" y="3681413"/>
          <p14:tracePt t="35641" x="7620000" y="3709988"/>
          <p14:tracePt t="35650" x="7662863" y="3733800"/>
          <p14:tracePt t="35664" x="7672388" y="3733800"/>
          <p14:tracePt t="35681" x="7681913" y="3733800"/>
          <p14:tracePt t="35697" x="7686675" y="3733800"/>
          <p14:tracePt t="35722" x="7686675" y="3729038"/>
          <p14:tracePt t="35739" x="7686675" y="3719513"/>
          <p14:tracePt t="35755" x="7686675" y="3714750"/>
          <p14:tracePt t="35799" x="7686675" y="3719513"/>
          <p14:tracePt t="35822" x="7686675" y="3729038"/>
          <p14:tracePt t="35832" x="7691438" y="3729038"/>
          <p14:tracePt t="35842" x="7720013" y="3748088"/>
          <p14:tracePt t="35857" x="7724775" y="3767138"/>
          <p14:tracePt t="35872" x="7734300" y="3771900"/>
          <p14:tracePt t="36067" x="7739063" y="3771900"/>
          <p14:tracePt t="36082" x="7739063" y="3767138"/>
          <p14:tracePt t="36105" x="7739063" y="3762375"/>
          <p14:tracePt t="36127" x="7734300" y="3762375"/>
          <p14:tracePt t="36135" x="7724775" y="3752850"/>
          <p14:tracePt t="36142" x="7662863" y="3748088"/>
          <p14:tracePt t="36157" x="7629525" y="3738563"/>
          <p14:tracePt t="36166" x="7600950" y="3733800"/>
          <p14:tracePt t="36175" x="7467600" y="3714750"/>
          <p14:tracePt t="36189" x="7424738" y="3700463"/>
          <p14:tracePt t="36199" x="7348538" y="3681413"/>
          <p14:tracePt t="36208" x="7258050" y="3648075"/>
          <p14:tracePt t="36217" x="7234238" y="3638550"/>
          <p14:tracePt t="36225" x="7224713" y="3629025"/>
          <p14:tracePt t="36233" x="7167563" y="3609975"/>
          <p14:tracePt t="36247" x="7138988" y="3595688"/>
          <p14:tracePt t="36257" x="7100888" y="3590925"/>
          <p14:tracePt t="36266" x="6924675" y="3567113"/>
          <p14:tracePt t="36277" x="6834188" y="3557588"/>
          <p14:tracePt t="36289" x="6753225" y="3552825"/>
          <p14:tracePt t="36303" x="6596063" y="3533775"/>
          <p14:tracePt t="36308" x="6472238" y="3533775"/>
          <p14:tracePt t="36322" x="6334125" y="3524250"/>
          <p14:tracePt t="36332" x="5791200" y="3524250"/>
          <p14:tracePt t="36341" x="5600700" y="3524250"/>
          <p14:tracePt t="36349" x="5243513" y="3538538"/>
          <p14:tracePt t="36358" x="4772025" y="3576638"/>
          <p14:tracePt t="36367" x="4648200" y="3590925"/>
          <p14:tracePt t="36375" x="4572000" y="3609975"/>
          <p14:tracePt t="36383" x="4433888" y="3624263"/>
          <p14:tracePt t="36397" x="4429125" y="3624263"/>
          <p14:tracePt t="36427" x="4433888" y="3624263"/>
          <p14:tracePt t="36432" x="4433888" y="3629025"/>
          <p14:tracePt t="36441" x="4438650" y="3638550"/>
          <p14:tracePt t="36449" x="4448175" y="3638550"/>
          <p14:tracePt t="36461" x="4452938" y="3643313"/>
          <p14:tracePt t="36472" x="4457700" y="3643313"/>
          <p14:tracePt t="36483" x="4510088" y="3657600"/>
          <p14:tracePt t="36490" x="4519613" y="3657600"/>
          <p14:tracePt t="36497" x="4524375" y="3657600"/>
          <p14:tracePt t="36505" x="4552950" y="3657600"/>
          <p14:tracePt t="36522" x="4572000" y="3657600"/>
          <p14:tracePt t="36539" x="4652963" y="3657600"/>
          <p14:tracePt t="36549" x="4686300" y="3657600"/>
          <p14:tracePt t="36564" x="4919663" y="3629025"/>
          <p14:tracePt t="36577" x="4953000" y="3629025"/>
          <p14:tracePt t="36587" x="5043488" y="3609975"/>
          <p14:tracePt t="36592" x="5181600" y="3586163"/>
          <p14:tracePt t="36607" x="5205413" y="3586163"/>
          <p14:tracePt t="36616" x="5267325" y="3576638"/>
          <p14:tracePt t="36624" x="5367338" y="3571875"/>
          <p14:tracePt t="36667" x="5386388" y="3571875"/>
          <p14:tracePt t="36674" x="5410200" y="3571875"/>
          <p14:tracePt t="36683" x="5643563" y="3567113"/>
          <p14:tracePt t="36697" x="5691188" y="3557588"/>
          <p14:tracePt t="36708" x="5700713" y="3557588"/>
          <p14:tracePt t="36716" x="5757863" y="3557588"/>
          <p14:tracePt t="36727" x="5762625" y="3557588"/>
          <p14:tracePt t="36739" x="5786438" y="3557588"/>
          <p14:tracePt t="36749" x="5829300" y="3557588"/>
          <p14:tracePt t="36772" x="5867400" y="3557588"/>
          <p14:tracePt t="36783" x="5895975" y="3557588"/>
          <p14:tracePt t="36791" x="5900738" y="3557588"/>
          <p14:tracePt t="36814" x="5905500" y="3557588"/>
          <p14:tracePt t="36840" x="5915025" y="3557588"/>
          <p14:tracePt t="36849" x="5915025" y="3567113"/>
          <p14:tracePt t="36864" x="5919788" y="3567113"/>
          <p14:tracePt t="36881" x="5929313" y="3571875"/>
          <p14:tracePt t="36892" x="5934075" y="3571875"/>
          <p14:tracePt t="36907" x="5938838" y="3571875"/>
          <p14:tracePt t="36930" x="5948363" y="3571875"/>
          <p14:tracePt t="36952" x="5953125" y="3571875"/>
          <p14:tracePt t="36989" x="5967413" y="3571875"/>
          <p14:tracePt t="36999" x="5986463" y="3571875"/>
          <p14:tracePt t="37022" x="5991225" y="3576638"/>
          <p14:tracePt t="37032" x="6043613" y="3624263"/>
          <p14:tracePt t="37042" x="6057900" y="3638550"/>
          <p14:tracePt t="37056" x="6081713" y="3667125"/>
          <p14:tracePt t="37066" x="6091238" y="3690938"/>
          <p14:tracePt t="37075" x="6091238" y="3695700"/>
          <p14:tracePt t="37083" x="6076950" y="3700463"/>
          <p14:tracePt t="37091" x="6005513" y="3719513"/>
          <p14:tracePt t="37297" x="6010275" y="3719513"/>
          <p14:tracePt t="37308" x="6019800" y="3719513"/>
          <p14:tracePt t="37320" x="6038850" y="3719513"/>
          <p14:tracePt t="37327" x="6057900" y="3719513"/>
          <p14:tracePt t="37339" x="6076950" y="3714750"/>
          <p14:tracePt t="37349" x="6119813" y="3700463"/>
          <p14:tracePt t="37358" x="6143625" y="3695700"/>
          <p14:tracePt t="37366" x="6162675" y="3690938"/>
          <p14:tracePt t="37375" x="6219825" y="3667125"/>
          <p14:tracePt t="37397" x="6224588" y="3667125"/>
          <p14:tracePt t="37408" x="6272213" y="3667125"/>
          <p14:tracePt t="37417" x="6329363" y="3667125"/>
          <p14:tracePt t="37425" x="6367463" y="3667125"/>
          <p14:tracePt t="37439" x="6486525" y="3681413"/>
          <p14:tracePt t="37449" x="6505575" y="3681413"/>
          <p14:tracePt t="37458" x="6505575" y="3690938"/>
          <p14:tracePt t="37466" x="6543675" y="3695700"/>
          <p14:tracePt t="37477" x="6548438" y="3695700"/>
          <p14:tracePt t="37485" x="6581775" y="3695700"/>
          <p14:tracePt t="37492" x="6648450" y="3709988"/>
          <p14:tracePt t="37507" x="6667500" y="3709988"/>
          <p14:tracePt t="37522" x="6734175" y="3709988"/>
          <p14:tracePt t="37539" x="6753225" y="3709988"/>
          <p14:tracePt t="37549" x="6772275" y="3709988"/>
          <p14:tracePt t="37558" x="6810375" y="3700463"/>
          <p14:tracePt t="37575" x="6815138" y="3695700"/>
          <p14:tracePt t="37930" x="6810375" y="3695700"/>
          <p14:tracePt t="37947" x="6805613" y="3700463"/>
          <p14:tracePt t="37965" x="6796088" y="3700463"/>
          <p14:tracePt t="37974" x="6791325" y="3700463"/>
          <p14:tracePt t="37989" x="6791325" y="3709988"/>
          <p14:tracePt t="38006" x="6781800" y="3709988"/>
          <p14:tracePt t="38055" x="6781800" y="3714750"/>
          <p14:tracePt t="38065" x="6777038" y="3729038"/>
          <p14:tracePt t="38092" x="6777038" y="3733800"/>
          <p14:tracePt t="38107" x="6772275" y="3738563"/>
          <p14:tracePt t="38116" x="6772275" y="3748088"/>
          <p14:tracePt t="38124" x="6757988" y="3786188"/>
          <p14:tracePt t="38139" x="6757988" y="3790950"/>
          <p14:tracePt t="38149" x="6762750" y="3810000"/>
          <p14:tracePt t="38158" x="6772275" y="3819525"/>
          <p14:tracePt t="38172" x="6781800" y="3833813"/>
          <p14:tracePt t="38182" x="6796088" y="3838575"/>
          <p14:tracePt t="38191" x="6810375" y="3852863"/>
          <p14:tracePt t="38199" x="6815138" y="3852863"/>
          <p14:tracePt t="38439" x="6824663" y="3852863"/>
          <p14:tracePt t="38467" x="6815138" y="3852863"/>
          <p14:tracePt t="38477" x="6781800" y="3852863"/>
          <p14:tracePt t="38483" x="6772275" y="3843338"/>
          <p14:tracePt t="38497" x="6757988" y="3843338"/>
          <p14:tracePt t="38508" x="6710363" y="3843338"/>
          <p14:tracePt t="38516" x="6577013" y="3881438"/>
          <p14:tracePt t="38527" x="6477000" y="3895725"/>
          <p14:tracePt t="38539" x="6343650" y="3924300"/>
          <p14:tracePt t="38549" x="5938838" y="3967163"/>
          <p14:tracePt t="38558" x="5834063" y="3981450"/>
          <p14:tracePt t="38566" x="5648325" y="4005263"/>
          <p14:tracePt t="38575" x="5148263" y="4048125"/>
          <p14:tracePt t="38589" x="4953000" y="4071938"/>
          <p14:tracePt t="38599" x="4824413" y="4090988"/>
          <p14:tracePt t="38617" x="4081463" y="4181475"/>
          <p14:tracePt t="38625" x="3867150" y="4210050"/>
          <p14:tracePt t="38633" x="2519363" y="4429125"/>
          <p14:tracePt t="38647" x="2390775" y="4462463"/>
          <p14:tracePt t="38658" x="2290763" y="4486275"/>
          <p14:tracePt t="38666" x="2162175" y="4538663"/>
          <p14:tracePt t="38677" x="2143125" y="4538663"/>
          <p14:tracePt t="38685" x="2143125" y="4548188"/>
          <p14:tracePt t="38692" x="2147888" y="4548188"/>
          <p14:tracePt t="38707" x="2157413" y="4548188"/>
          <p14:tracePt t="38716" x="2185988" y="4548188"/>
          <p14:tracePt t="38724" x="2205038" y="4552950"/>
          <p14:tracePt t="38747" x="2219325" y="4552950"/>
          <p14:tracePt t="38757" x="2214563" y="4552950"/>
          <p14:tracePt t="38964" x="2219325" y="4552950"/>
          <p14:tracePt t="38981" x="2233613" y="4552950"/>
          <p14:tracePt t="39000" x="2238375" y="4552950"/>
          <p14:tracePt t="39022" x="2238375" y="4548188"/>
          <p14:tracePt t="39033" x="2238375" y="4538663"/>
          <p14:tracePt t="39041" x="2200275" y="4514850"/>
          <p14:tracePt t="39055" x="2176463" y="4500563"/>
          <p14:tracePt t="39066" x="2162175" y="4500563"/>
          <p14:tracePt t="39074" x="2090738" y="4424363"/>
          <p14:tracePt t="39090" x="2085975" y="4410075"/>
          <p14:tracePt t="39099" x="2057400" y="4362450"/>
          <p14:tracePt t="39114" x="2033588" y="4333875"/>
          <p14:tracePt t="39124" x="2000250" y="4300538"/>
          <p14:tracePt t="39133" x="1876425" y="4195763"/>
          <p14:tracePt t="39142" x="1809750" y="4143375"/>
          <p14:tracePt t="39150" x="1738313" y="4090988"/>
          <p14:tracePt t="39161" x="1590675" y="3976688"/>
          <p14:tracePt t="39180" x="1514475" y="3914775"/>
          <p14:tracePt t="39191" x="1495425" y="3871913"/>
          <p14:tracePt t="39206" x="1495425" y="3852863"/>
          <p14:tracePt t="39216" x="1495425" y="3833813"/>
          <p14:tracePt t="39224" x="1543050" y="3771900"/>
          <p14:tracePt t="39233" x="1585913" y="3752850"/>
          <p14:tracePt t="39241" x="1604963" y="3748088"/>
          <p14:tracePt t="39250" x="1752600" y="3709988"/>
          <p14:tracePt t="39264" x="1843088" y="3695700"/>
          <p14:tracePt t="39275" x="1919288" y="3676650"/>
          <p14:tracePt t="39283" x="2043113" y="3667125"/>
          <p14:tracePt t="39297" x="2105025" y="3667125"/>
          <p14:tracePt t="39307" x="2162175" y="3667125"/>
          <p14:tracePt t="39316" x="2228850" y="3667125"/>
          <p14:tracePt t="39324" x="2247900" y="3662363"/>
          <p14:tracePt t="39339" x="2276475" y="3662363"/>
          <p14:tracePt t="39356" x="2286000" y="3662363"/>
          <p14:tracePt t="39366" x="2290763" y="3662363"/>
          <p14:tracePt t="39374" x="2357438" y="3662363"/>
          <p14:tracePt t="39383" x="2414588" y="3662363"/>
          <p14:tracePt t="39397" x="2433638" y="3662363"/>
          <p14:tracePt t="39408" x="2524125" y="3662363"/>
          <p14:tracePt t="39427" x="2576513" y="3657600"/>
          <p14:tracePt t="39439" x="2586038" y="3657600"/>
          <p14:tracePt t="39449" x="2609850" y="3648075"/>
          <p14:tracePt t="39652" x="2633663" y="3676650"/>
          <p14:tracePt t="39660" x="2667000" y="3695700"/>
          <p14:tracePt t="39667" x="2695575" y="3709988"/>
          <p14:tracePt t="39682" x="2714625" y="3729038"/>
          <p14:tracePt t="39691" x="2733675" y="3733800"/>
          <p14:tracePt t="39700" x="2824163" y="3771900"/>
          <p14:tracePt t="39714" x="2843213" y="3781425"/>
          <p14:tracePt t="39724" x="2862263" y="3786188"/>
          <p14:tracePt t="39733" x="2933700" y="3805238"/>
          <p14:tracePt t="39742" x="2967038" y="3810000"/>
          <p14:tracePt t="39750" x="2971800" y="3819525"/>
          <p14:tracePt t="39758" x="3000375" y="3833813"/>
          <p14:tracePt t="39772" x="3005138" y="3833813"/>
          <p14:tracePt t="39939" x="3005138" y="3852863"/>
          <p14:tracePt t="39949" x="3005138" y="3857625"/>
          <p14:tracePt t="39967" x="3005138" y="3876675"/>
          <p14:tracePt t="39982" x="3000375" y="3890963"/>
          <p14:tracePt t="40005" x="2981325" y="3890963"/>
          <p14:tracePt t="40016" x="2952750" y="3890963"/>
          <p14:tracePt t="40342" x="2952750" y="3881438"/>
          <p14:tracePt t="40372" x="2947988" y="3881438"/>
          <p14:tracePt t="40402" x="2947988" y="3876675"/>
          <p14:tracePt t="40440" x="2952750" y="3876675"/>
          <p14:tracePt t="40464" x="2952750" y="3871913"/>
          <p14:tracePt t="40474" x="2962275" y="3871913"/>
          <p14:tracePt t="40492" x="2967038" y="3871913"/>
          <p14:tracePt t="40507" x="2971800" y="3871913"/>
          <p14:tracePt t="40522" x="2981325" y="3871913"/>
          <p14:tracePt t="40539" x="2986088" y="3862388"/>
          <p14:tracePt t="40556" x="2990850" y="3862388"/>
          <p14:tracePt t="40572" x="2990850" y="3857625"/>
          <p14:tracePt t="40664" x="2986088" y="3857625"/>
          <p14:tracePt t="40674" x="2981325" y="3857625"/>
          <p14:tracePt t="40705" x="2981325" y="3862388"/>
          <p14:tracePt t="40747" x="2981325" y="3857625"/>
          <p14:tracePt t="42983" x="2986088" y="3857625"/>
          <p14:tracePt t="43014" x="2990850" y="3862388"/>
          <p14:tracePt t="43050" x="3000375" y="3871913"/>
          <p14:tracePt t="43058" x="3024188" y="3881438"/>
          <p14:tracePt t="43073" x="3024188" y="3890963"/>
          <p14:tracePt t="43083" x="3033713" y="3890963"/>
          <p14:tracePt t="43091" x="3052763" y="3895725"/>
          <p14:tracePt t="43103" x="3052763" y="3905250"/>
          <p14:tracePt t="43110" x="3057525" y="3905250"/>
          <p14:tracePt t="43140" x="3062288" y="3905250"/>
          <p14:tracePt t="43150" x="3071813" y="3905250"/>
          <p14:tracePt t="43164" x="3076575" y="3905250"/>
          <p14:tracePt t="43177" x="3076575" y="3895725"/>
          <p14:tracePt t="43192" x="3114675" y="3876675"/>
          <p14:tracePt t="43206" x="3148013" y="3871913"/>
          <p14:tracePt t="43216" x="3176588" y="3857625"/>
          <p14:tracePt t="43231" x="3176588" y="3852863"/>
          <p14:tracePt t="43241" x="3205163" y="3824288"/>
          <p14:tracePt t="43256" x="3214688" y="3824288"/>
          <p14:tracePt t="43267" x="3219450" y="3810000"/>
          <p14:tracePt t="43282" x="3248025" y="3771900"/>
          <p14:tracePt t="43291" x="3276600" y="3733800"/>
          <p14:tracePt t="43299" x="3319463" y="3695700"/>
          <p14:tracePt t="43327" x="3324225" y="3695700"/>
          <p14:tracePt t="43335" x="3343275" y="3676650"/>
          <p14:tracePt t="43342" x="3490913" y="3619500"/>
          <p14:tracePt t="43357" x="3519488" y="3609975"/>
          <p14:tracePt t="43366" x="3557588" y="3595688"/>
          <p14:tracePt t="43374" x="3738563" y="3567113"/>
          <p14:tracePt t="43389" x="3790950" y="3557588"/>
          <p14:tracePt t="43399" x="3900488" y="3538538"/>
          <p14:tracePt t="43408" x="4076700" y="3533775"/>
          <p14:tracePt t="43447" x="4114800" y="3533775"/>
          <p14:tracePt t="43464" x="4143375" y="3533775"/>
          <p14:tracePt t="43474" x="4310063" y="3590925"/>
          <p14:tracePt t="43483" x="4400550" y="3643313"/>
          <p14:tracePt t="43492" x="4433888" y="3657600"/>
          <p14:tracePt t="43500" x="4543425" y="3695700"/>
          <p14:tracePt t="43508" x="4757738" y="3752850"/>
          <p14:tracePt t="43523" x="4824413" y="3771900"/>
          <p14:tracePt t="43532" x="4895850" y="3781425"/>
          <p14:tracePt t="43541" x="5114925" y="3786188"/>
          <p14:tracePt t="43556" x="5162550" y="3786188"/>
          <p14:tracePt t="43582" x="5295900" y="3786188"/>
          <p14:tracePt t="43591" x="5629275" y="3800475"/>
          <p14:tracePt t="43600" x="6977063" y="3819525"/>
          <p14:tracePt t="43614" x="7077075" y="3819525"/>
          <p14:tracePt t="43624" x="7272338" y="3819525"/>
          <p14:tracePt t="43633" x="7558088" y="3819525"/>
          <p14:tracePt t="43642" x="7662863" y="3810000"/>
          <p14:tracePt t="43657" x="7724775" y="3810000"/>
          <p14:tracePt t="43673" x="7881938" y="3800475"/>
          <p14:tracePt t="43683" x="7996238" y="3800475"/>
          <p14:tracePt t="43691" x="8096250" y="3800475"/>
          <p14:tracePt t="43706" x="8101013" y="3800475"/>
          <p14:tracePt t="43716" x="8134350" y="3800475"/>
          <p14:tracePt t="43732" x="8181975" y="3800475"/>
          <p14:tracePt t="43741" x="8201025" y="3800475"/>
          <p14:tracePt t="43750" x="8277225" y="3771900"/>
          <p14:tracePt t="43772" x="8296275" y="3762375"/>
          <p14:tracePt t="43782" x="8334375" y="3738563"/>
          <p14:tracePt t="43799" x="8362950" y="3733800"/>
          <p14:tracePt t="43808" x="8382000" y="3729038"/>
          <p14:tracePt t="43816" x="8577263" y="3690938"/>
          <p14:tracePt t="43825" x="8620125" y="3681413"/>
          <p14:tracePt t="43833" x="8739188" y="3662363"/>
          <p14:tracePt t="43841" x="8905875" y="3624263"/>
          <p14:tracePt t="43856" x="9010650" y="3595688"/>
          <p14:tracePt t="43866" x="9096375" y="3576638"/>
          <p14:tracePt t="43875" x="9210675" y="3548063"/>
          <p14:tracePt t="43897" x="9220200" y="3538538"/>
          <p14:tracePt t="43908" x="9277350" y="3533775"/>
          <p14:tracePt t="43950" x="9272588" y="3533775"/>
          <p14:tracePt t="43958" x="9244013" y="3524250"/>
          <p14:tracePt t="43972" x="9239250" y="3524250"/>
          <p14:tracePt t="43983" x="9229725" y="3524250"/>
          <p14:tracePt t="43991" x="9153525" y="3524250"/>
          <p14:tracePt t="44006" x="9115425" y="3533775"/>
          <p14:tracePt t="44020" x="9067800" y="3548063"/>
          <p14:tracePt t="44024" x="8958263" y="3571875"/>
          <p14:tracePt t="44039" x="8934450" y="3576638"/>
          <p14:tracePt t="44050" x="8815388" y="3619500"/>
          <p14:tracePt t="44064" x="8810625" y="3619500"/>
          <p14:tracePt t="44074" x="8801100" y="3624263"/>
          <p14:tracePt t="44083" x="8796338" y="3629025"/>
          <p14:tracePt t="44100" x="8791575" y="3638550"/>
          <p14:tracePt t="44122" x="8791575" y="3643313"/>
          <p14:tracePt t="44302" x="8801100" y="3638550"/>
          <p14:tracePt t="44332" x="8810625" y="3629025"/>
          <p14:tracePt t="44348" x="8834438" y="3624263"/>
          <p14:tracePt t="44364" x="8863013" y="3605213"/>
          <p14:tracePt t="44414" x="8863013" y="3595688"/>
          <p14:tracePt t="44498" x="8863013" y="3590925"/>
          <p14:tracePt t="44514" x="8843963" y="3586163"/>
          <p14:tracePt t="44527" x="8834438" y="3586163"/>
          <p14:tracePt t="44539" x="8815388" y="3576638"/>
          <p14:tracePt t="44549" x="8796338" y="3571875"/>
          <p14:tracePt t="44558" x="8777288" y="3567113"/>
          <p14:tracePt t="44566" x="8758238" y="3567113"/>
          <p14:tracePt t="44575" x="8682038" y="3548063"/>
          <p14:tracePt t="44589" x="8653463" y="3538538"/>
          <p14:tracePt t="44599" x="8629650" y="3533775"/>
          <p14:tracePt t="44608" x="8529638" y="3505200"/>
          <p14:tracePt t="44617" x="8420100" y="3495675"/>
          <p14:tracePt t="44625" x="8396288" y="3495675"/>
          <p14:tracePt t="44633" x="8348663" y="3495675"/>
          <p14:tracePt t="44647" x="8343900" y="3495675"/>
          <p14:tracePt t="44789" x="8348663" y="3495675"/>
          <p14:tracePt t="44799" x="8348663" y="3500438"/>
          <p14:tracePt t="44827" x="8348663" y="3505200"/>
          <p14:tracePt t="44834" x="8353425" y="3505200"/>
          <p14:tracePt t="44865" x="8367713" y="3514725"/>
          <p14:tracePt t="44889" x="8372475" y="3514725"/>
          <p14:tracePt t="44899" x="8415338" y="3514725"/>
          <p14:tracePt t="44908" x="8496300" y="3514725"/>
          <p14:tracePt t="44918" x="8539163" y="3505200"/>
          <p14:tracePt t="44925" x="8567738" y="3500438"/>
          <p14:tracePt t="44939" x="8615363" y="3486150"/>
          <p14:tracePt t="44964" x="8620125" y="3486150"/>
          <p14:tracePt t="44974" x="8629650" y="3481388"/>
          <p14:tracePt t="45006" x="8539163" y="3452813"/>
          <p14:tracePt t="45020" x="8205788" y="3409950"/>
          <p14:tracePt t="45025" x="8024813" y="3405188"/>
          <p14:tracePt t="45037" x="7896225" y="3405188"/>
          <p14:tracePt t="45041" x="7348538" y="3429000"/>
          <p14:tracePt t="45067" x="7210425" y="3448050"/>
          <p14:tracePt t="45075" x="7019925" y="3481388"/>
          <p14:tracePt t="45083" x="5519738" y="4014788"/>
          <p14:tracePt t="45097" x="5181600" y="4148138"/>
          <p14:tracePt t="45108" x="4981575" y="4238625"/>
          <p14:tracePt t="45116" x="4110038" y="4643438"/>
          <p14:tracePt t="45127" x="3810000" y="4810125"/>
          <p14:tracePt t="45139" x="3557588" y="4953000"/>
          <p14:tracePt t="45150" x="3019425" y="5310188"/>
          <p14:tracePt t="45158" x="2881313" y="5395913"/>
          <p14:tracePt t="45166" x="2752725" y="5486400"/>
          <p14:tracePt t="45175" x="2562225" y="5595938"/>
          <p14:tracePt t="45189" x="2505075" y="5648325"/>
          <p14:tracePt t="45199" x="2466975" y="5681663"/>
          <p14:tracePt t="45208" x="2447925" y="5729288"/>
          <p14:tracePt t="45217" x="2447925" y="5738813"/>
          <p14:tracePt t="45225" x="2452688" y="5738813"/>
          <p14:tracePt t="45233" x="2462213" y="5762625"/>
          <p14:tracePt t="45247" x="2462213" y="5767388"/>
          <p14:tracePt t="45258" x="2462213" y="5772150"/>
          <p14:tracePt t="45266" x="2462213" y="5800725"/>
          <p14:tracePt t="45277" x="2462213" y="5805488"/>
          <p14:tracePt t="45289" x="2462213" y="5810250"/>
          <p14:tracePt t="45300" x="2462213" y="5853113"/>
          <p14:tracePt t="45314" x="2462213" y="5857875"/>
          <p14:tracePt t="45325" x="2466975" y="5881688"/>
          <p14:tracePt t="45339" x="2471738" y="5881688"/>
          <p14:tracePt t="45350" x="2471738" y="5891213"/>
          <p14:tracePt t="45367" x="2481263" y="5895975"/>
          <p14:tracePt t="45382" x="2519363" y="5881688"/>
          <p14:tracePt t="45397" x="2524125" y="5876925"/>
          <p14:tracePt t="45408" x="2557463" y="5843588"/>
          <p14:tracePt t="45416" x="2628900" y="5772150"/>
          <p14:tracePt t="45427" x="2667000" y="5715000"/>
          <p14:tracePt t="45435" x="2681288" y="5681663"/>
          <p14:tracePt t="45457" x="2728913" y="5586413"/>
          <p14:tracePt t="45466" x="2733675" y="5576888"/>
          <p14:tracePt t="45474" x="2838450" y="5476875"/>
          <p14:tracePt t="45489" x="2857500" y="5467350"/>
          <p14:tracePt t="45499" x="2862263" y="5462588"/>
          <p14:tracePt t="45508" x="2967038" y="5414963"/>
          <p14:tracePt t="45522" x="2986088" y="5410200"/>
          <p14:tracePt t="45533" x="3043238" y="5405438"/>
          <p14:tracePt t="45541" x="3109913" y="5391150"/>
          <p14:tracePt t="45549" x="3128963" y="5381625"/>
          <p14:tracePt t="45556" x="3200400" y="5376863"/>
          <p14:tracePt t="45564" x="3252788" y="5372100"/>
          <p14:tracePt t="45577" x="3290888" y="5357813"/>
          <p14:tracePt t="45589" x="3295650" y="5353050"/>
          <p14:tracePt t="45600" x="3305175" y="5343525"/>
          <p14:tracePt t="45615" x="3309938" y="5338763"/>
          <p14:tracePt t="45625" x="3309938" y="5334000"/>
          <p14:tracePt t="45648" x="3319463" y="5334000"/>
          <p14:tracePt t="45658" x="3338513" y="5305425"/>
          <p14:tracePt t="45667" x="3343275" y="5300663"/>
          <p14:tracePt t="45682" x="3395663" y="5281613"/>
          <p14:tracePt t="45697" x="3409950" y="5272088"/>
          <p14:tracePt t="45708" x="3419475" y="5267325"/>
          <p14:tracePt t="45716" x="3471863" y="5238750"/>
          <p14:tracePt t="45727" x="3519488" y="5214938"/>
          <p14:tracePt t="45739" x="3538538" y="5200650"/>
          <p14:tracePt t="45749" x="3571875" y="5176838"/>
          <p14:tracePt t="45772" x="3576638" y="5167313"/>
          <p14:tracePt t="45783" x="3581400" y="5162550"/>
          <p14:tracePt t="45791" x="3643313" y="5086350"/>
          <p14:tracePt t="45806" x="3648075" y="5072063"/>
          <p14:tracePt t="45822" x="3676650" y="5038725"/>
          <p14:tracePt t="45832" x="3681413" y="5033963"/>
          <p14:tracePt t="45847" x="3681413" y="5024438"/>
          <p14:tracePt t="45872" x="3686175" y="5019675"/>
          <p14:tracePt t="45922" x="3686175" y="5014913"/>
          <p14:tracePt t="46582" x="3686175" y="5005388"/>
          <p14:tracePt t="46673" x="3681413" y="5014913"/>
          <p14:tracePt t="46683" x="3676650" y="5014913"/>
          <p14:tracePt t="46691" x="3676650" y="5019675"/>
          <p14:tracePt t="46706" x="3667125" y="5019675"/>
          <p14:tracePt t="46732" x="3662363" y="5019675"/>
          <p14:tracePt t="46741" x="3633788" y="5019675"/>
          <p14:tracePt t="47148" x="3629025" y="5014913"/>
          <p14:tracePt t="47182" x="3624263" y="5014913"/>
          <p14:tracePt t="47206" x="3624263" y="5019675"/>
          <p14:tracePt t="47227" x="3624263" y="5024438"/>
          <p14:tracePt t="47242" x="3614738" y="5033963"/>
          <p14:tracePt t="47257" x="3614738" y="5038725"/>
          <p14:tracePt t="47422" x="3609975" y="5038725"/>
          <p14:tracePt t="47557" x="3605213" y="5038725"/>
          <p14:tracePt t="47639" x="3605213" y="5033963"/>
          <p14:tracePt t="47692" x="3595688" y="5033963"/>
          <p14:tracePt t="47827" x="3595688" y="5024438"/>
          <p14:tracePt t="48547" x="3605213" y="5024438"/>
          <p14:tracePt t="48560" x="3605213" y="5019675"/>
          <p14:tracePt t="48566" x="3609975" y="5019675"/>
          <p14:tracePt t="48585" x="3614738" y="5014913"/>
          <p14:tracePt t="48592" x="3633788" y="5005388"/>
          <p14:tracePt t="48615" x="3648075" y="5005388"/>
          <p14:tracePt t="48624" x="3662363" y="5000625"/>
          <p14:tracePt t="48639" x="3667125" y="5000625"/>
          <p14:tracePt t="48649" x="3676650" y="5000625"/>
          <p14:tracePt t="48658" x="3686175" y="4995863"/>
          <p14:tracePt t="48682" x="3695700" y="4995863"/>
          <p14:tracePt t="48697" x="3695700" y="4986338"/>
          <p14:tracePt t="48772" x="3700463" y="4986338"/>
          <p14:tracePt t="48802" x="3705225" y="4986338"/>
          <p14:tracePt t="48810" x="3705225" y="4981575"/>
          <p14:tracePt t="48832" x="3714750" y="4981575"/>
          <p14:tracePt t="48872" x="3714750" y="4976813"/>
          <p14:tracePt t="48883" x="3719513" y="4976813"/>
          <p14:tracePt t="49290" x="3724275" y="4976813"/>
          <p14:tracePt t="49297" x="3724275" y="4981575"/>
          <p14:tracePt t="49322" x="3733800" y="4981575"/>
          <p14:tracePt t="49342" x="3738563" y="4981575"/>
          <p14:tracePt t="49357" x="3748088" y="4981575"/>
          <p14:tracePt t="49372" x="3752850" y="4981575"/>
          <p14:tracePt t="49389" x="3757613" y="4986338"/>
          <p14:tracePt t="49406" x="3767138" y="4986338"/>
          <p14:tracePt t="49440" x="3771900" y="4986338"/>
          <p14:tracePt t="49450" x="3776663" y="4995863"/>
          <p14:tracePt t="49464" x="3786188" y="4995863"/>
          <p14:tracePt t="49475" x="3790950" y="4995863"/>
          <p14:tracePt t="49483" x="3795713" y="4995863"/>
          <p14:tracePt t="49492" x="3805238" y="4995863"/>
          <p14:tracePt t="49507" x="3824288" y="4995863"/>
          <p14:tracePt t="49523" x="3829050" y="4995863"/>
          <p14:tracePt t="49539" x="3848100" y="4995863"/>
          <p14:tracePt t="49567" x="3857625" y="4995863"/>
          <p14:tracePt t="49578" x="3862388" y="4995863"/>
          <p14:tracePt t="49597" x="3967163" y="5000625"/>
          <p14:tracePt t="49610" x="3986213" y="5000625"/>
          <p14:tracePt t="49616" x="4043363" y="5000625"/>
          <p14:tracePt t="49639" x="4052888" y="5000625"/>
          <p14:tracePt t="49649" x="4057650" y="5005388"/>
          <p14:tracePt t="49658" x="4076700" y="5005388"/>
          <p14:tracePt t="49672" x="4110038" y="5005388"/>
          <p14:tracePt t="49706" x="4124325" y="5005388"/>
          <p14:tracePt t="49732" x="4129088" y="5005388"/>
          <p14:tracePt t="50707" x="4133850" y="5005388"/>
          <p14:tracePt t="52853" x="4129088" y="5005388"/>
          <p14:tracePt t="52860" x="4129088" y="5000625"/>
          <p14:tracePt t="52890" x="4129088" y="4995863"/>
          <p14:tracePt t="52912" x="4129088" y="4986338"/>
          <p14:tracePt t="52931" x="4124325" y="4976813"/>
          <p14:tracePt t="52950" x="4124325" y="4967288"/>
          <p14:tracePt t="52958" x="4114800" y="4962525"/>
          <p14:tracePt t="52981" x="4114800" y="4953000"/>
          <p14:tracePt t="52991" x="4110038" y="4948238"/>
          <p14:tracePt t="53014" x="4105275" y="4943475"/>
          <p14:tracePt t="53024" x="4076700" y="4924425"/>
          <p14:tracePt t="53040" x="4062413" y="4924425"/>
          <p14:tracePt t="53049" x="4019550" y="4914900"/>
          <p14:tracePt t="53064" x="4019550" y="4910138"/>
          <p14:tracePt t="53075" x="4010025" y="4910138"/>
          <p14:tracePt t="53083" x="4005263" y="4914900"/>
          <p14:tracePt t="53098" x="4005263" y="4924425"/>
          <p14:tracePt t="53108" x="4000500" y="4929188"/>
          <p14:tracePt t="53116" x="4010025" y="5048250"/>
          <p14:tracePt t="53125" x="4019550" y="5086350"/>
          <p14:tracePt t="53133" x="4038600" y="5124450"/>
          <p14:tracePt t="53141" x="4090988" y="5200650"/>
          <p14:tracePt t="53156" x="4133850" y="5233988"/>
          <p14:tracePt t="53166" x="4186238" y="5281613"/>
          <p14:tracePt t="53175" x="4286250" y="5334000"/>
          <p14:tracePt t="53183" x="4343400" y="5343525"/>
          <p14:tracePt t="53197" x="4491038" y="5353050"/>
          <p14:tracePt t="53214" x="4581525" y="5353050"/>
          <p14:tracePt t="53224" x="4610100" y="5343525"/>
          <p14:tracePt t="53233" x="4752975" y="5310188"/>
          <p14:tracePt t="53242" x="4824413" y="5281613"/>
          <p14:tracePt t="53250" x="4843463" y="5267325"/>
          <p14:tracePt t="53262" x="4910138" y="5191125"/>
          <p14:tracePt t="53272" x="4919663" y="5138738"/>
          <p14:tracePt t="53283" x="4929188" y="5119688"/>
          <p14:tracePt t="53291" x="4900613" y="4986338"/>
          <p14:tracePt t="53306" x="4857750" y="4910138"/>
          <p14:tracePt t="53316" x="4838700" y="4872038"/>
          <p14:tracePt t="53324" x="4705350" y="4738688"/>
          <p14:tracePt t="53339" x="4667250" y="4710113"/>
          <p14:tracePt t="53350" x="4395788" y="4533900"/>
          <p14:tracePt t="53364" x="4343400" y="4505325"/>
          <p14:tracePt t="53375" x="4224338" y="4452938"/>
          <p14:tracePt t="53383" x="4110038" y="4405313"/>
          <p14:tracePt t="53392" x="3981450" y="4376738"/>
          <p14:tracePt t="53400" x="3933825" y="4371975"/>
          <p14:tracePt t="53411" x="3776663" y="4371975"/>
          <p14:tracePt t="53422" x="3700463" y="4405313"/>
          <p14:tracePt t="53433" x="3686175" y="4414838"/>
          <p14:tracePt t="53441" x="3629025" y="4524375"/>
          <p14:tracePt t="53467" x="3614738" y="4591050"/>
          <p14:tracePt t="53475" x="3614738" y="4624388"/>
          <p14:tracePt t="53483" x="3748088" y="4833938"/>
          <p14:tracePt t="53497" x="3810000" y="4857750"/>
          <p14:tracePt t="53508" x="3910013" y="4891088"/>
          <p14:tracePt t="53516" x="4124325" y="4910138"/>
          <p14:tracePt t="53527" x="4267200" y="4914900"/>
          <p14:tracePt t="53535" x="4357688" y="4914900"/>
          <p14:tracePt t="53542" x="4662488" y="4895850"/>
          <p14:tracePt t="53557" x="4776788" y="4872038"/>
          <p14:tracePt t="53566" x="4933950" y="4838700"/>
          <p14:tracePt t="53575" x="5129213" y="4786313"/>
          <p14:tracePt t="53589" x="5205413" y="4748213"/>
          <p14:tracePt t="53599" x="5233988" y="4729163"/>
          <p14:tracePt t="53608" x="5305425" y="4648200"/>
          <p14:tracePt t="53617" x="5314950" y="4595813"/>
          <p14:tracePt t="53631" x="5314950" y="4572000"/>
          <p14:tracePt t="53641" x="5224463" y="4448175"/>
          <p14:tracePt t="53650" x="5167313" y="4405313"/>
          <p14:tracePt t="53658" x="5053013" y="4333875"/>
          <p14:tracePt t="53666" x="4610100" y="4129088"/>
          <p14:tracePt t="53677" x="4486275" y="4076700"/>
          <p14:tracePt t="53685" x="4291013" y="4024313"/>
          <p14:tracePt t="53692" x="3838575" y="3948113"/>
          <p14:tracePt t="53708" x="3686175" y="3948113"/>
          <p14:tracePt t="53716" x="3538538" y="3952875"/>
          <p14:tracePt t="53725" x="3338513" y="4019550"/>
          <p14:tracePt t="53739" x="3257550" y="4057650"/>
          <p14:tracePt t="53750" x="3152775" y="4119563"/>
          <p14:tracePt t="53758" x="3043238" y="4229100"/>
          <p14:tracePt t="53767" x="3000375" y="4319588"/>
          <p14:tracePt t="53778" x="2971800" y="4376738"/>
          <p14:tracePt t="53789" x="2990850" y="4495800"/>
          <p14:tracePt t="53800" x="3019425" y="4548188"/>
          <p14:tracePt t="53808" x="3071813" y="4610100"/>
          <p14:tracePt t="53816" x="3186113" y="4719638"/>
          <p14:tracePt t="53827" x="3271838" y="4781550"/>
          <p14:tracePt t="53839" x="3376613" y="4838700"/>
          <p14:tracePt t="53849" x="3757613" y="4981575"/>
          <p14:tracePt t="53858" x="3843338" y="5005388"/>
          <p14:tracePt t="53867" x="4000500" y="5033963"/>
          <p14:tracePt t="53875" x="4214813" y="5053013"/>
          <p14:tracePt t="53889" x="4357688" y="5057775"/>
          <p14:tracePt t="53902" x="4452938" y="5057775"/>
          <p14:tracePt t="53908" x="4629150" y="5057775"/>
          <p14:tracePt t="53917" x="4686300" y="5057775"/>
          <p14:tracePt t="53925" x="4714875" y="5053013"/>
          <p14:tracePt t="53933" x="4772025" y="5014913"/>
          <p14:tracePt t="53948" x="4772025" y="5005388"/>
          <p14:tracePt t="53958" x="4776788" y="4986338"/>
          <p14:tracePt t="53966" x="4752975" y="4929188"/>
          <p14:tracePt t="53977" x="4724400" y="4905375"/>
          <p14:tracePt t="53989" x="4695825" y="4876800"/>
          <p14:tracePt t="54000" x="4600575" y="4810125"/>
          <p14:tracePt t="54008" x="4595813" y="4805363"/>
          <p14:tracePt t="54016" x="4576763" y="4800600"/>
          <p14:tracePt t="54025" x="4519613" y="4786313"/>
          <p14:tracePt t="54048" x="4505325" y="4786313"/>
          <p14:tracePt t="54067" x="4500563" y="4800600"/>
          <p14:tracePt t="54075" x="4500563" y="4824413"/>
          <p14:tracePt t="54083" x="4500563" y="4872038"/>
          <p14:tracePt t="54098" x="4500563" y="4876800"/>
          <p14:tracePt t="54108" x="4505325" y="4905375"/>
          <p14:tracePt t="54117" x="4524375" y="4953000"/>
          <p14:tracePt t="54135" x="4543425" y="4976813"/>
          <p14:tracePt t="54142" x="4557713" y="4995863"/>
          <p14:tracePt t="54157" x="4572000" y="5000625"/>
          <p14:tracePt t="54173" x="4591050" y="5014913"/>
          <p14:tracePt t="54189" x="4595813" y="5019675"/>
          <p14:tracePt t="54199" x="4600575" y="5024438"/>
          <p14:tracePt t="54208" x="4610100" y="5024438"/>
          <p14:tracePt t="54217" x="4610100" y="5033963"/>
          <p14:tracePt t="54232" x="4614863" y="5033963"/>
          <p14:tracePt t="54256" x="4624388" y="5033963"/>
          <p14:tracePt t="54307" x="4624388" y="5038725"/>
          <p14:tracePt t="54323" x="4629150" y="5038725"/>
          <p14:tracePt t="54457" x="4629150" y="5048250"/>
          <p14:tracePt t="54473" x="4629150" y="5053013"/>
          <p14:tracePt t="54489" x="4629150" y="5057775"/>
          <p14:tracePt t="54500" x="4629150" y="5067300"/>
          <p14:tracePt t="54508" x="4633913" y="5067300"/>
          <p14:tracePt t="54517" x="4643438" y="5067300"/>
          <p14:tracePt t="54528" x="4643438" y="5072063"/>
          <p14:tracePt t="54548" x="4648200" y="5076825"/>
          <p14:tracePt t="54564" x="4652963" y="5086350"/>
          <p14:tracePt t="54577" x="4652963" y="5091113"/>
          <p14:tracePt t="54592" x="4652963" y="5095875"/>
          <p14:tracePt t="54615" x="4652963" y="5091113"/>
          <p14:tracePt t="54900" x="4648200" y="5095875"/>
          <p14:tracePt t="54939" x="4648200" y="5110163"/>
          <p14:tracePt t="54972" x="4648200" y="5119688"/>
          <p14:tracePt t="55098" x="4652963" y="5119688"/>
          <p14:tracePt t="55297" x="4662488" y="5119688"/>
          <p14:tracePt t="55314" x="4667250" y="5119688"/>
          <p14:tracePt t="55357" x="4672013" y="5119688"/>
          <p14:tracePt t="55717" x="4681538" y="5119688"/>
          <p14:tracePt t="56048" x="4686300" y="5119688"/>
          <p14:tracePt t="56289" x="4695825" y="5119688"/>
          <p14:tracePt t="56407" x="4695825" y="5110163"/>
          <p14:tracePt t="56423" x="4700588" y="5110163"/>
          <p14:tracePt t="56814" x="4700588" y="5105400"/>
          <p14:tracePt t="57082" x="4705350" y="5105400"/>
          <p14:tracePt t="57139" x="4714875" y="5105400"/>
          <p14:tracePt t="57150" x="4733925" y="5110163"/>
          <p14:tracePt t="57158" x="4743450" y="5119688"/>
          <p14:tracePt t="57166" x="4752975" y="5119688"/>
          <p14:tracePt t="57175" x="4772025" y="5119688"/>
          <p14:tracePt t="57206" x="4776788" y="5119688"/>
          <p14:tracePt t="57389" x="4772025" y="5110163"/>
          <p14:tracePt t="57502" x="4776788" y="5110163"/>
          <p14:tracePt t="57517" x="4791075" y="5110163"/>
          <p14:tracePt t="57540" x="4810125" y="5119688"/>
          <p14:tracePt t="57550" x="4814888" y="5119688"/>
          <p14:tracePt t="57562" x="4838700" y="5124450"/>
          <p14:tracePt t="57573" x="4848225" y="5124450"/>
          <p14:tracePt t="57583" x="4876800" y="5124450"/>
          <p14:tracePt t="57592" x="4881563" y="5124450"/>
          <p14:tracePt t="57689" x="4876800" y="5119688"/>
          <p14:tracePt t="57699" x="4848225" y="5105400"/>
          <p14:tracePt t="57714" x="4829175" y="5105400"/>
          <p14:tracePt t="57724" x="4814888" y="5095875"/>
          <p14:tracePt t="57757" x="4810125" y="5091113"/>
          <p14:tracePt t="57781" x="4805363" y="5091113"/>
          <p14:tracePt t="57791" x="4805363" y="5086350"/>
          <p14:tracePt t="58125" x="4795838" y="5076825"/>
          <p14:tracePt t="58177" x="4795838" y="5072063"/>
          <p14:tracePt t="58189" x="4795838" y="5067300"/>
          <p14:tracePt t="58199" x="4791075" y="5067300"/>
          <p14:tracePt t="58208" x="4791075" y="5057775"/>
          <p14:tracePt t="58223" x="4791075" y="5053013"/>
          <p14:tracePt t="58248" x="4786313" y="5048250"/>
          <p14:tracePt t="58258" x="4776788" y="5038725"/>
          <p14:tracePt t="58275" x="4772025" y="5033963"/>
          <p14:tracePt t="58283" x="4743450" y="5019675"/>
          <p14:tracePt t="58297" x="4743450" y="5014913"/>
          <p14:tracePt t="58308" x="4738688" y="5014913"/>
          <p14:tracePt t="58316" x="4738688" y="5005388"/>
          <p14:tracePt t="58327" x="4733925" y="5005388"/>
          <p14:tracePt t="58347" x="4733925" y="5000625"/>
          <p14:tracePt t="58357" x="4724400" y="5000625"/>
          <p14:tracePt t="58389" x="4719638" y="4995863"/>
          <p14:tracePt t="58447" x="4714875" y="4995863"/>
          <p14:tracePt t="58458" x="4714875" y="5000625"/>
          <p14:tracePt t="58477" x="4714875" y="5005388"/>
          <p14:tracePt t="58515" x="4714875" y="5014913"/>
          <p14:tracePt t="58539" x="4719638" y="5014913"/>
          <p14:tracePt t="58556" x="4724400" y="5019675"/>
          <p14:tracePt t="58597" x="4733925" y="5019675"/>
          <p14:tracePt t="58665" x="4738688" y="5019675"/>
          <p14:tracePt t="58697" x="4743450" y="5019675"/>
          <p14:tracePt t="58708" x="4786313" y="4995863"/>
          <p14:tracePt t="58717" x="4791075" y="4986338"/>
          <p14:tracePt t="58732" x="4795838" y="4953000"/>
          <p14:tracePt t="58748" x="4795838" y="4948238"/>
          <p14:tracePt t="58758" x="4795838" y="4943475"/>
          <p14:tracePt t="58766" x="4767263" y="4905375"/>
          <p14:tracePt t="58777" x="4700588" y="4852988"/>
          <p14:tracePt t="58789" x="4672013" y="4833938"/>
          <p14:tracePt t="58800" x="4581525" y="4772025"/>
          <p14:tracePt t="58808" x="4510088" y="4752975"/>
          <p14:tracePt t="58816" x="4429125" y="4719638"/>
          <p14:tracePt t="58825" x="4252913" y="4662488"/>
          <p14:tracePt t="58839" x="4195763" y="4643438"/>
          <p14:tracePt t="58854" x="4133850" y="4638675"/>
          <p14:tracePt t="58861" x="4071938" y="4638675"/>
          <p14:tracePt t="58875" x="4062413" y="4638675"/>
          <p14:tracePt t="58883" x="4057650" y="4657725"/>
          <p14:tracePt t="58898" x="4057650" y="4676775"/>
          <p14:tracePt t="58908" x="4057650" y="4719638"/>
          <p14:tracePt t="58916" x="4062413" y="4833938"/>
          <p14:tracePt t="58927" x="4076700" y="4857750"/>
          <p14:tracePt t="58939" x="4105275" y="4910138"/>
          <p14:tracePt t="58949" x="4162425" y="4986338"/>
          <p14:tracePt t="58958" x="4195763" y="5019675"/>
          <p14:tracePt t="58967" x="4219575" y="5038725"/>
          <p14:tracePt t="58975" x="4310063" y="5086350"/>
          <p14:tracePt t="58989" x="4367213" y="5110163"/>
          <p14:tracePt t="59000" x="4433888" y="5119688"/>
          <p14:tracePt t="59008" x="4629150" y="5138738"/>
          <p14:tracePt t="59023" x="4743450" y="5138738"/>
          <p14:tracePt t="59033" x="5019675" y="5072063"/>
          <p14:tracePt t="59048" x="5114925" y="5053013"/>
          <p14:tracePt t="59058" x="5200650" y="5019675"/>
          <p14:tracePt t="59067" x="5305425" y="4962525"/>
          <p14:tracePt t="59077" x="5343525" y="4924425"/>
          <p14:tracePt t="59085" x="5357813" y="4905375"/>
          <p14:tracePt t="59092" x="5410200" y="4781550"/>
          <p14:tracePt t="59107" x="5410200" y="4762500"/>
          <p14:tracePt t="59116" x="5410200" y="4695825"/>
          <p14:tracePt t="59125" x="5395913" y="4576763"/>
          <p14:tracePt t="59139" x="5362575" y="4519613"/>
          <p14:tracePt t="59150" x="5324475" y="4448175"/>
          <p14:tracePt t="59158" x="5224463" y="4338638"/>
          <p14:tracePt t="59167" x="5143500" y="4271963"/>
          <p14:tracePt t="59175" x="5043488" y="4210050"/>
          <p14:tracePt t="59198" x="4848225" y="4105275"/>
          <p14:tracePt t="59208" x="4719638" y="4052888"/>
          <p14:tracePt t="59217" x="4214813" y="3929063"/>
          <p14:tracePt t="59227" x="4076700" y="3929063"/>
          <p14:tracePt t="59239" x="3938588" y="3929063"/>
          <p14:tracePt t="59250" x="3724275" y="3967163"/>
          <p14:tracePt t="59258" x="3590925" y="4005263"/>
          <p14:tracePt t="59267" x="3467100" y="4048125"/>
          <p14:tracePt t="59275" x="3109913" y="4191000"/>
          <p14:tracePt t="59289" x="3019425" y="4238625"/>
          <p14:tracePt t="59299" x="2943225" y="4286250"/>
          <p14:tracePt t="59308" x="2828925" y="4371975"/>
          <p14:tracePt t="59323" x="2819400" y="4395788"/>
          <p14:tracePt t="59333" x="2819400" y="4429125"/>
          <p14:tracePt t="59342" x="2828925" y="4500563"/>
          <p14:tracePt t="59349" x="2857500" y="4548188"/>
          <p14:tracePt t="59356" x="2890838" y="4586288"/>
          <p14:tracePt t="59364" x="2990850" y="4691063"/>
          <p14:tracePt t="59377" x="3043238" y="4719638"/>
          <p14:tracePt t="59389" x="3105150" y="4762500"/>
          <p14:tracePt t="59400" x="3195638" y="4805363"/>
          <p14:tracePt t="59408" x="3248025" y="4824413"/>
          <p14:tracePt t="59423" x="3362325" y="4852988"/>
          <p14:tracePt t="59439" x="3395663" y="4857750"/>
          <p14:tracePt t="59449" x="3429000" y="4857750"/>
          <p14:tracePt t="59458" x="3481388" y="4857750"/>
          <p14:tracePt t="59475" x="3490913" y="4857750"/>
          <p14:tracePt t="59483" x="3505200" y="4857750"/>
          <p14:tracePt t="59498" x="3509963" y="4852988"/>
          <p14:tracePt t="59514" x="3519488" y="4852988"/>
          <p14:tracePt t="59557" x="3524250" y="4852988"/>
          <p14:tracePt t="59598" x="3524250" y="4843463"/>
          <p14:tracePt t="59608" x="3533775" y="4843463"/>
          <p14:tracePt t="59625" x="3538538" y="4843463"/>
          <p14:tracePt t="59633" x="3557588" y="4843463"/>
          <p14:tracePt t="59648" x="3562350" y="4843463"/>
          <p14:tracePt t="59658" x="3581400" y="4857750"/>
          <p14:tracePt t="59666" x="3681413" y="4914900"/>
          <p14:tracePt t="59677" x="3695700" y="4929188"/>
          <p14:tracePt t="59685" x="3719513" y="4943475"/>
          <p14:tracePt t="59692" x="3738563" y="5019675"/>
          <p14:tracePt t="59707" x="3719513" y="5038725"/>
          <p14:tracePt t="59716" x="3667125" y="5057775"/>
          <p14:tracePt t="59932" x="3662363" y="5057775"/>
          <p14:tracePt t="59944" x="3652838" y="5057775"/>
          <p14:tracePt t="59950" x="3648075" y="5057775"/>
          <p14:tracePt t="59972" x="3643313" y="5057775"/>
          <p14:tracePt t="60007" x="3643313" y="5053013"/>
          <p14:tracePt t="60022" x="3648075" y="5053013"/>
          <p14:tracePt t="60033" x="3667125" y="5057775"/>
          <p14:tracePt t="60041" x="3681413" y="5057775"/>
          <p14:tracePt t="60056" x="3700463" y="5057775"/>
          <p14:tracePt t="60066" x="3733800" y="5057775"/>
          <p14:tracePt t="60075" x="3776663" y="5053013"/>
          <p14:tracePt t="60083" x="3786188" y="5053013"/>
          <p14:tracePt t="60092" x="3790950" y="5048250"/>
          <p14:tracePt t="60100" x="3810000" y="5048250"/>
          <p14:tracePt t="60127" x="3810000" y="5038725"/>
          <p14:tracePt t="60135" x="3819525" y="5038725"/>
          <p14:tracePt t="60148" x="3914775" y="5014913"/>
          <p14:tracePt t="60157" x="3962400" y="5005388"/>
          <p14:tracePt t="60167" x="3990975" y="5005388"/>
          <p14:tracePt t="60175" x="4114800" y="4995863"/>
          <p14:tracePt t="60189" x="4162425" y="4986338"/>
          <p14:tracePt t="60200" x="4214813" y="4986338"/>
          <p14:tracePt t="60217" x="4357688" y="4976813"/>
          <p14:tracePt t="60225" x="4419600" y="4976813"/>
          <p14:tracePt t="60233" x="4757738" y="4962525"/>
          <p14:tracePt t="60248" x="4824413" y="4962525"/>
          <p14:tracePt t="60258" x="4900613" y="4953000"/>
          <p14:tracePt t="60267" x="5005388" y="4948238"/>
          <p14:tracePt t="60277" x="5062538" y="4933950"/>
          <p14:tracePt t="60285" x="5124450" y="4929188"/>
          <p14:tracePt t="60292" x="5205413" y="4914900"/>
          <p14:tracePt t="60307" x="5243513" y="4914900"/>
          <p14:tracePt t="60316" x="5253038" y="4914900"/>
          <p14:tracePt t="60325" x="5348288" y="4905375"/>
          <p14:tracePt t="60339" x="5367338" y="4905375"/>
          <p14:tracePt t="60350" x="5429250" y="4895850"/>
          <p14:tracePt t="60358" x="5543550" y="4876800"/>
          <p14:tracePt t="60367" x="5572125" y="4872038"/>
          <p14:tracePt t="60379" x="5634038" y="4862513"/>
          <p14:tracePt t="60389" x="5734050" y="4852988"/>
          <p14:tracePt t="60400" x="5753100" y="4852988"/>
          <p14:tracePt t="60408" x="5762625" y="4852988"/>
          <p14:tracePt t="60416" x="5815013" y="4843463"/>
          <p14:tracePt t="60427" x="5829300" y="4838700"/>
          <p14:tracePt t="60639" x="5829300" y="4833938"/>
          <p14:tracePt t="60773" x="5834063" y="4833938"/>
          <p14:tracePt t="60789" x="5848350" y="4833938"/>
          <p14:tracePt t="60806" x="5857875" y="4833938"/>
          <p14:tracePt t="60816" x="5919788" y="4824413"/>
          <p14:tracePt t="60825" x="5976938" y="4819650"/>
          <p14:tracePt t="60833" x="6024563" y="4810125"/>
          <p14:tracePt t="60842" x="6100763" y="4800600"/>
          <p14:tracePt t="60850" x="6234113" y="4781550"/>
          <p14:tracePt t="60864" x="6291263" y="4767263"/>
          <p14:tracePt t="60875" x="6324600" y="4767263"/>
          <p14:tracePt t="60883" x="6376988" y="4762500"/>
          <p14:tracePt t="60892" x="6396038" y="4762500"/>
          <p14:tracePt t="60907" x="6400800" y="4762500"/>
          <p14:tracePt t="60939" x="6415088" y="4767263"/>
          <p14:tracePt t="60953" x="6419850" y="4767263"/>
          <p14:tracePt t="60961" x="6429375" y="4767263"/>
          <p14:tracePt t="60967" x="6486525" y="4786313"/>
          <p14:tracePt t="60982" x="6491288" y="4786313"/>
          <p14:tracePt t="60991" x="6529388" y="4791075"/>
          <p14:tracePt t="61000" x="6610350" y="4810125"/>
          <p14:tracePt t="61014" x="6615113" y="4810125"/>
          <p14:tracePt t="61025" x="6662738" y="4824413"/>
          <p14:tracePt t="61033" x="6738938" y="4872038"/>
          <p14:tracePt t="61042" x="6762750" y="4891088"/>
          <p14:tracePt t="61050" x="6791325" y="4910138"/>
          <p14:tracePt t="61058" x="6896100" y="4981575"/>
          <p14:tracePt t="61073" x="6905625" y="4995863"/>
          <p14:tracePt t="61083" x="6915150" y="5000625"/>
          <p14:tracePt t="61092" x="6924675" y="5005388"/>
          <p14:tracePt t="61327" x="6934200" y="5005388"/>
          <p14:tracePt t="61339" x="6972300" y="5005388"/>
          <p14:tracePt t="61349" x="6996113" y="5005388"/>
          <p14:tracePt t="61358" x="7010400" y="5005388"/>
          <p14:tracePt t="61366" x="7058025" y="5005388"/>
          <p14:tracePt t="61375" x="7096125" y="5005388"/>
          <p14:tracePt t="61389" x="7119938" y="5000625"/>
          <p14:tracePt t="61400" x="7138988" y="5000625"/>
          <p14:tracePt t="61408" x="7219950" y="4995863"/>
          <p14:tracePt t="61417" x="7262813" y="4995863"/>
          <p14:tracePt t="61428" x="7281863" y="4995863"/>
          <p14:tracePt t="61439" x="7400925" y="4995863"/>
          <p14:tracePt t="61450" x="7405688" y="4995863"/>
          <p14:tracePt t="61458" x="7434263" y="5000625"/>
          <p14:tracePt t="61467" x="7472363" y="5005388"/>
          <p14:tracePt t="61477" x="7491413" y="5014913"/>
          <p14:tracePt t="61485" x="7496175" y="5014913"/>
          <p14:tracePt t="61492" x="7519988" y="5014913"/>
          <p14:tracePt t="61507" x="7519988" y="5019675"/>
          <p14:tracePt t="61517" x="7529513" y="5019675"/>
          <p14:tracePt t="61525" x="7581900" y="5019675"/>
          <p14:tracePt t="61539" x="7600950" y="5019675"/>
          <p14:tracePt t="61550" x="7634288" y="5019675"/>
          <p14:tracePt t="61558" x="7700963" y="5019675"/>
          <p14:tracePt t="61567" x="7743825" y="5019675"/>
          <p14:tracePt t="61579" x="7796213" y="5019675"/>
          <p14:tracePt t="61589" x="7896225" y="5005388"/>
          <p14:tracePt t="61600" x="7939088" y="4995863"/>
          <p14:tracePt t="61608" x="7986713" y="4981575"/>
          <p14:tracePt t="61616" x="8043863" y="4953000"/>
          <p14:tracePt t="61627" x="8048625" y="4948238"/>
          <p14:tracePt t="61639" x="8058150" y="4948238"/>
          <p14:tracePt t="61650" x="8058150" y="4943475"/>
          <p14:tracePt t="61665" x="8058150" y="4933950"/>
          <p14:tracePt t="61698" x="8058150" y="4929188"/>
          <p14:tracePt t="61708" x="8048625" y="4929188"/>
          <p14:tracePt t="61725" x="8048625" y="4924425"/>
          <p14:tracePt t="61748" x="8048625" y="4914900"/>
          <p14:tracePt t="61777" x="8048625" y="4910138"/>
          <p14:tracePt t="61800" x="8048625" y="4905375"/>
          <p14:tracePt t="61823" x="8048625" y="4895850"/>
          <p14:tracePt t="61839" x="8048625" y="4891088"/>
          <p14:tracePt t="61873" x="8048625" y="4881563"/>
          <p14:tracePt t="61973" x="8058150" y="4881563"/>
          <p14:tracePt t="63339" x="8058150" y="4876800"/>
          <p14:tracePt t="69561" x="8058150" y="4881563"/>
          <p14:tracePt t="69623" x="8048625" y="4881563"/>
          <p14:tracePt t="69698" x="8048625" y="4891088"/>
          <p14:tracePt t="69714" x="8048625" y="4895850"/>
          <p14:tracePt t="69724" x="8048625" y="4905375"/>
          <p14:tracePt t="69743" x="8062913" y="4914900"/>
          <p14:tracePt t="69750" x="8067675" y="4924425"/>
          <p14:tracePt t="69758" x="8120063" y="4962525"/>
          <p14:tracePt t="69781" x="8120063" y="4967288"/>
          <p14:tracePt t="70103" x="8115300" y="4967288"/>
          <p14:tracePt t="70110" x="8115300" y="4976813"/>
          <p14:tracePt t="70117" x="8110538" y="4976813"/>
          <p14:tracePt t="70140" x="8101013" y="4976813"/>
          <p14:tracePt t="70162" x="8096250" y="4976813"/>
          <p14:tracePt t="70200" x="8086725" y="4976813"/>
          <p14:tracePt t="70239" x="8081963" y="4976813"/>
          <p14:tracePt t="70254" x="8081963" y="4967288"/>
          <p14:tracePt t="70260" x="8067675" y="4967288"/>
          <p14:tracePt t="70267" x="8043863" y="4948238"/>
          <p14:tracePt t="70282" x="8024813" y="4943475"/>
          <p14:tracePt t="70291" x="7996238" y="4924425"/>
          <p14:tracePt t="70300" x="7920038" y="4881563"/>
          <p14:tracePt t="70312" x="7905750" y="4881563"/>
          <p14:tracePt t="70323" x="7886700" y="4862513"/>
          <p14:tracePt t="70333" x="7877175" y="4857750"/>
          <p14:tracePt t="70781" x="7877175" y="4852988"/>
          <p14:tracePt t="71064" x="7877175" y="4843463"/>
          <p14:tracePt t="71075" x="7867650" y="4786313"/>
          <p14:tracePt t="71083" x="7848600" y="4719638"/>
          <p14:tracePt t="71093" x="7824788" y="4605338"/>
          <p14:tracePt t="71100" x="7791450" y="4505325"/>
          <p14:tracePt t="71108" x="7543800" y="3681413"/>
          <p14:tracePt t="71123" x="7477125" y="3500438"/>
          <p14:tracePt t="71133" x="7396163" y="3176588"/>
          <p14:tracePt t="71142" x="7167563" y="2381250"/>
          <p14:tracePt t="71156" x="7096125" y="2095500"/>
          <p14:tracePt t="71167" x="7043738" y="1924050"/>
          <p14:tracePt t="71175" x="6881813" y="1200150"/>
          <p14:tracePt t="71184" x="6843713" y="1004888"/>
          <p14:tracePt t="71192" x="6796088" y="64770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pPr marL="228600" indent="-228600">
              <a:spcBef>
                <a:spcPts val="0"/>
              </a:spcBef>
              <a:spcAft>
                <a:spcPts val="800"/>
              </a:spcAft>
              <a:buSzPts val="2200"/>
            </a:pPr>
            <a:r>
              <a:rPr lang="en-US" sz="1600" dirty="0">
                <a:solidFill>
                  <a:schemeClr val="bg1"/>
                </a:solidFill>
                <a:latin typeface="Arial"/>
              </a:rPr>
              <a:t>1 Validate Input Data → 002,003,004,008</a:t>
            </a:r>
            <a:endParaRPr lang="en-US" sz="1600" dirty="0">
              <a:solidFill>
                <a:schemeClr val="bg1"/>
              </a:solidFill>
            </a:endParaRPr>
          </a:p>
          <a:p>
            <a:pPr marL="228600" indent="-228600">
              <a:spcAft>
                <a:spcPts val="800"/>
              </a:spcAft>
              <a:buSzPts val="2200"/>
            </a:pPr>
            <a:r>
              <a:rPr lang="en-US" sz="1600" dirty="0">
                <a:solidFill>
                  <a:schemeClr val="bg1"/>
                </a:solidFill>
                <a:latin typeface="Arial"/>
              </a:rPr>
              <a:t>2 Heed Compiler Warnings → 001</a:t>
            </a:r>
          </a:p>
          <a:p>
            <a:pPr marL="228600" indent="-228600">
              <a:spcAft>
                <a:spcPts val="800"/>
              </a:spcAft>
              <a:buSzPts val="2200"/>
            </a:pPr>
            <a:r>
              <a:rPr lang="en-US" sz="1600" dirty="0">
                <a:solidFill>
                  <a:schemeClr val="bg1"/>
                </a:solidFill>
                <a:latin typeface="Arial"/>
              </a:rPr>
              <a:t>3 Design for Security → 010</a:t>
            </a:r>
          </a:p>
          <a:p>
            <a:pPr marL="228600" indent="-228600">
              <a:spcAft>
                <a:spcPts val="800"/>
              </a:spcAft>
              <a:buSzPts val="2200"/>
            </a:pPr>
            <a:r>
              <a:rPr lang="en-US" sz="1600" dirty="0">
                <a:solidFill>
                  <a:schemeClr val="bg1"/>
                </a:solidFill>
                <a:latin typeface="Arial"/>
              </a:rPr>
              <a:t>4 Keep It Simple → 006,007</a:t>
            </a:r>
          </a:p>
          <a:p>
            <a:pPr marL="228600" indent="-228600">
              <a:spcAft>
                <a:spcPts val="800"/>
              </a:spcAft>
              <a:buSzPts val="2200"/>
            </a:pPr>
            <a:r>
              <a:rPr lang="en-US" sz="1600" dirty="0">
                <a:solidFill>
                  <a:schemeClr val="bg1"/>
                </a:solidFill>
                <a:latin typeface="Arial"/>
              </a:rPr>
              <a:t>5 Default Deny → access policy</a:t>
            </a:r>
          </a:p>
          <a:p>
            <a:pPr marL="228600" indent="-228600">
              <a:spcAft>
                <a:spcPts val="800"/>
              </a:spcAft>
              <a:buSzPts val="2200"/>
            </a:pPr>
            <a:r>
              <a:rPr lang="en-US" sz="1600" dirty="0">
                <a:solidFill>
                  <a:schemeClr val="bg1"/>
                </a:solidFill>
                <a:latin typeface="Arial"/>
              </a:rPr>
              <a:t>6 Least Privilege → authorization policy</a:t>
            </a:r>
          </a:p>
          <a:p>
            <a:pPr marL="228600" indent="-228600">
              <a:spcAft>
                <a:spcPts val="800"/>
              </a:spcAft>
              <a:buSzPts val="2200"/>
            </a:pPr>
            <a:r>
              <a:rPr lang="en-US" sz="1600" dirty="0">
                <a:solidFill>
                  <a:schemeClr val="bg1"/>
                </a:solidFill>
                <a:latin typeface="Arial"/>
              </a:rPr>
              <a:t>7 Sanitize Data Sent → system interfaces</a:t>
            </a:r>
          </a:p>
          <a:p>
            <a:pPr marL="228600" indent="-228600">
              <a:spcAft>
                <a:spcPts val="800"/>
              </a:spcAft>
              <a:buSzPts val="2200"/>
            </a:pPr>
            <a:r>
              <a:rPr lang="en-US" sz="1600" dirty="0">
                <a:solidFill>
                  <a:schemeClr val="bg1"/>
                </a:solidFill>
                <a:latin typeface="Arial"/>
              </a:rPr>
              <a:t>8 Defense in Depth → 002,004</a:t>
            </a:r>
          </a:p>
          <a:p>
            <a:pPr marL="228600" indent="-228600">
              <a:spcAft>
                <a:spcPts val="800"/>
              </a:spcAft>
              <a:buSzPts val="2200"/>
            </a:pPr>
            <a:r>
              <a:rPr lang="en-US" sz="1600" dirty="0">
                <a:solidFill>
                  <a:schemeClr val="bg1"/>
                </a:solidFill>
                <a:latin typeface="Arial"/>
              </a:rPr>
              <a:t>9 Effective Quality Assurance → 005,006,007,009</a:t>
            </a:r>
          </a:p>
          <a:p>
            <a:pPr marL="228600" indent="-228600">
              <a:spcAft>
                <a:spcPts val="800"/>
              </a:spcAft>
              <a:buSzPts val="2200"/>
            </a:pPr>
            <a:r>
              <a:rPr lang="en-US" sz="1600" dirty="0">
                <a:solidFill>
                  <a:schemeClr val="bg1"/>
                </a:solidFill>
                <a:latin typeface="Arial"/>
              </a:rPr>
              <a:t>10 Secure Coding Standard → 001,003,005,008,009,010</a:t>
            </a: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3" name="Audio 12">
            <a:extLst>
              <a:ext uri="{FF2B5EF4-FFF2-40B4-BE49-F238E27FC236}">
                <a16:creationId xmlns:a16="http://schemas.microsoft.com/office/drawing/2014/main" id="{18389209-137D-DE63-E470-449B0DCE1A9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1043"/>
    </mc:Choice>
    <mc:Fallback>
      <p:transition spd="slow" advTm="510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extLst>
    <p:ext uri="{3A86A75C-4F4B-4683-9AE1-C65F6400EC91}">
      <p14:laserTraceLst xmlns:p14="http://schemas.microsoft.com/office/powerpoint/2010/main">
        <p14:tracePtLst>
          <p14:tracePt t="5156" x="5429250" y="2752725"/>
          <p14:tracePt t="5162" x="5510213" y="2843213"/>
          <p14:tracePt t="5177" x="5562600" y="2895600"/>
          <p14:tracePt t="5187" x="5614988" y="2947988"/>
          <p14:tracePt t="5197" x="5686425" y="3033713"/>
          <p14:tracePt t="5207" x="5705475" y="3052763"/>
          <p14:tracePt t="5215" x="5715000" y="3057525"/>
          <p14:tracePt t="5221" x="5719763" y="3067050"/>
          <p14:tracePt t="5244" x="5724525" y="3067050"/>
          <p14:tracePt t="5254" x="5743575" y="3090863"/>
          <p14:tracePt t="5269" x="5762625" y="3105150"/>
          <p14:tracePt t="5279" x="5776913" y="3119438"/>
          <p14:tracePt t="5288" x="5843588" y="3190875"/>
          <p14:tracePt t="5296" x="5857875" y="3219450"/>
          <p14:tracePt t="5304" x="5867400" y="3233738"/>
          <p14:tracePt t="5313" x="5881688" y="3305175"/>
          <p14:tracePt t="5327" x="5881688" y="3324225"/>
          <p14:tracePt t="5344" x="5881688" y="3357563"/>
          <p14:tracePt t="5377" x="5867400" y="3357563"/>
          <p14:tracePt t="5394" x="5862638" y="3357563"/>
          <p14:tracePt t="5657" x="5867400" y="3357563"/>
          <p14:tracePt t="5662" x="5862638" y="3343275"/>
          <p14:tracePt t="5671" x="5824538" y="3319463"/>
          <p14:tracePt t="5679" x="5805488" y="3309938"/>
          <p14:tracePt t="5687" x="5786438" y="3309938"/>
          <p14:tracePt t="5702" x="5772150" y="3309938"/>
          <p14:tracePt t="5716" x="5772150" y="3319463"/>
          <p14:tracePt t="5735" x="5762625" y="3319463"/>
          <p14:tracePt t="5754" x="5757863" y="3319463"/>
          <p14:tracePt t="5885" x="5753100" y="3319463"/>
          <p14:tracePt t="6152" x="5757863" y="3319463"/>
          <p14:tracePt t="6162" x="5762625" y="3319463"/>
          <p14:tracePt t="6189" x="5772150" y="3319463"/>
          <p14:tracePt t="6198" x="5772150" y="3324225"/>
          <p14:tracePt t="6212" x="5791200" y="3324225"/>
          <p14:tracePt t="6220" x="5795963" y="3324225"/>
          <p14:tracePt t="6241" x="5805488" y="3324225"/>
          <p14:tracePt t="6285" x="5810250" y="3324225"/>
          <p14:tracePt t="6310" x="5810250" y="3333750"/>
          <p14:tracePt t="6321" x="5776913" y="3357563"/>
          <p14:tracePt t="6331" x="5772150" y="3357563"/>
          <p14:tracePt t="6541" x="5772150" y="3362325"/>
          <p14:tracePt t="6571" x="5786438" y="3362325"/>
          <p14:tracePt t="6579" x="5829300" y="3362325"/>
          <p14:tracePt t="6588" x="5834063" y="3357563"/>
          <p14:tracePt t="6619" x="5829300" y="3352800"/>
          <p14:tracePt t="6639" x="5829300" y="3343275"/>
          <p14:tracePt t="6652" x="5824538" y="3338513"/>
          <p14:tracePt t="6669" x="5824538" y="3333750"/>
          <p14:tracePt t="6679" x="5815013" y="3324225"/>
          <p14:tracePt t="6702" x="5815013" y="3319463"/>
          <p14:tracePt t="6712" x="5810250" y="3300413"/>
          <p14:tracePt t="6729" x="5810250" y="3290888"/>
          <p14:tracePt t="6737" x="5810250" y="3281363"/>
          <p14:tracePt t="6752" x="5810250" y="3271838"/>
          <p14:tracePt t="6769" x="5810250" y="3267075"/>
          <p14:tracePt t="6789" x="5810250" y="3262313"/>
          <p14:tracePt t="6796" x="5810250" y="3252788"/>
          <p14:tracePt t="6811" x="5810250" y="3248025"/>
          <p14:tracePt t="6827" x="5815013" y="3228975"/>
          <p14:tracePt t="6852" x="5815013" y="3219450"/>
          <p14:tracePt t="6862" x="5815013" y="3190875"/>
          <p14:tracePt t="6871" x="5815013" y="3181350"/>
          <p14:tracePt t="6879" x="5815013" y="3176588"/>
          <p14:tracePt t="6887" x="5810250" y="3148013"/>
          <p14:tracePt t="6902" x="5810250" y="3143250"/>
          <p14:tracePt t="6913" x="5810250" y="3128963"/>
          <p14:tracePt t="6921" x="5810250" y="3071813"/>
          <p14:tracePt t="6931" x="5810250" y="3057525"/>
          <p14:tracePt t="6939" x="5810250" y="3052763"/>
          <p14:tracePt t="6947" x="5805488" y="2995613"/>
          <p14:tracePt t="6961" x="5795963" y="2967038"/>
          <p14:tracePt t="6977" x="5786438" y="2943225"/>
          <p14:tracePt t="6994" x="5776913" y="2924175"/>
          <p14:tracePt t="7004" x="5772150" y="2924175"/>
          <p14:tracePt t="7013" x="5762625" y="2905125"/>
          <p14:tracePt t="7112" x="5786438" y="2881313"/>
          <p14:tracePt t="7121" x="5834063" y="2857500"/>
          <p14:tracePt t="7141" x="5881688" y="2838450"/>
          <p14:tracePt t="7149" x="5934075" y="2809875"/>
          <p14:tracePt t="7158" x="5953125" y="2800350"/>
          <p14:tracePt t="7171" x="5957888" y="2800350"/>
          <p14:tracePt t="7179" x="5957888" y="2790825"/>
          <p14:tracePt t="7202" x="5967413" y="2790825"/>
          <p14:tracePt t="7212" x="5976938" y="2800350"/>
          <p14:tracePt t="7221" x="6019800" y="2805113"/>
          <p14:tracePt t="7231" x="6038850" y="2809875"/>
          <p14:tracePt t="7246" x="6076950" y="2809875"/>
          <p14:tracePt t="7262" x="6081713" y="2805113"/>
          <p14:tracePt t="7291" x="6076950" y="2805113"/>
          <p14:tracePt t="7302" x="6029325" y="2809875"/>
          <p14:tracePt t="7312" x="6019800" y="2809875"/>
          <p14:tracePt t="7327" x="5976938" y="2824163"/>
          <p14:tracePt t="7337" x="5934075" y="2833688"/>
          <p14:tracePt t="7346" x="5929313" y="2838450"/>
          <p14:tracePt t="7577" x="5915025" y="2838450"/>
          <p14:tracePt t="7587" x="5905500" y="2838450"/>
          <p14:tracePt t="7606" x="5915025" y="2805113"/>
          <p14:tracePt t="7614" x="5915025" y="2781300"/>
          <p14:tracePt t="7621" x="5905500" y="2771775"/>
          <p14:tracePt t="7644" x="5900738" y="2767013"/>
          <p14:tracePt t="7654" x="5848350" y="2771775"/>
          <p14:tracePt t="7666" x="5824538" y="2781300"/>
          <p14:tracePt t="7675" x="5795963" y="2786063"/>
          <p14:tracePt t="7681" x="5724525" y="2786063"/>
          <p14:tracePt t="7697" x="5700713" y="2786063"/>
          <p14:tracePt t="7704" x="5662613" y="2781300"/>
          <p14:tracePt t="7713" x="5557838" y="2771775"/>
          <p14:tracePt t="7727" x="5519738" y="2771775"/>
          <p14:tracePt t="7737" x="5481638" y="2767013"/>
          <p14:tracePt t="7746" x="5362575" y="2747963"/>
          <p14:tracePt t="7771" x="5295900" y="2738438"/>
          <p14:tracePt t="7779" x="5224463" y="2728913"/>
          <p14:tracePt t="7794" x="4705350" y="2619375"/>
          <p14:tracePt t="7803" x="4633913" y="2605088"/>
          <p14:tracePt t="7812" x="4610100" y="2605088"/>
          <p14:tracePt t="7821" x="4491038" y="2586038"/>
          <p14:tracePt t="7831" x="4467225" y="2586038"/>
          <p14:tracePt t="7839" x="4457700" y="2586038"/>
          <p14:tracePt t="7847" x="4438650" y="2586038"/>
          <p14:tracePt t="7877" x="4438650" y="2590800"/>
          <p14:tracePt t="7910" x="4438650" y="2595563"/>
          <p14:tracePt t="7929" x="4438650" y="2605088"/>
          <p14:tracePt t="8127" x="4448175" y="2605088"/>
          <p14:tracePt t="8177" x="4448175" y="2609850"/>
          <p14:tracePt t="8302" x="4448175" y="2619375"/>
          <p14:tracePt t="8431" x="4448175" y="2624138"/>
          <p14:tracePt t="8439" x="4452938" y="2624138"/>
          <p14:tracePt t="8581" x="4452938" y="2628900"/>
          <p14:tracePt t="8611" x="4452938" y="2638425"/>
          <p14:tracePt t="8621" x="4457700" y="2638425"/>
          <p14:tracePt t="8649" x="4457700" y="2643188"/>
          <p14:tracePt t="8671" x="4467225" y="2643188"/>
          <p14:tracePt t="8702" x="4471988" y="2643188"/>
          <p14:tracePt t="8712" x="4481513" y="2643188"/>
          <p14:tracePt t="8721" x="4491038" y="2643188"/>
          <p14:tracePt t="8731" x="4500563" y="2643188"/>
          <p14:tracePt t="8739" x="4538663" y="2643188"/>
          <p14:tracePt t="8746" x="4581525" y="2647950"/>
          <p14:tracePt t="8761" x="4595813" y="2647950"/>
          <p14:tracePt t="8771" x="4648200" y="2667000"/>
          <p14:tracePt t="8791" x="4733925" y="2719388"/>
          <p14:tracePt t="8799" x="4757738" y="2747963"/>
          <p14:tracePt t="8811" x="4991100" y="2876550"/>
          <p14:tracePt t="8821" x="5024438" y="2895600"/>
          <p14:tracePt t="8829" x="5043488" y="2914650"/>
          <p14:tracePt t="8837" x="5153025" y="2976563"/>
          <p14:tracePt t="8852" x="5162550" y="2981325"/>
          <p14:tracePt t="8863" x="5167313" y="2981325"/>
          <p14:tracePt t="8870" x="5172075" y="2981325"/>
          <p14:tracePt t="9061" x="5172075" y="2986088"/>
          <p14:tracePt t="9122" x="5172075" y="2995613"/>
          <p14:tracePt t="9227" x="5167313" y="2995613"/>
          <p14:tracePt t="12100" x="5167313" y="3000375"/>
          <p14:tracePt t="12122" x="5172075" y="3000375"/>
          <p14:tracePt t="12132" x="5181600" y="3000375"/>
          <p14:tracePt t="12142" x="5186363" y="3005138"/>
          <p14:tracePt t="12152" x="5200650" y="3005138"/>
          <p14:tracePt t="12162" x="5205413" y="3005138"/>
          <p14:tracePt t="12181" x="5214938" y="3005138"/>
          <p14:tracePt t="12211" x="5219700" y="3005138"/>
          <p14:tracePt t="12227" x="5224463" y="3005138"/>
          <p14:tracePt t="12249" x="5233988" y="3005138"/>
          <p14:tracePt t="12279" x="5238750" y="3014663"/>
          <p14:tracePt t="12302" x="5238750" y="3019425"/>
          <p14:tracePt t="12312" x="5238750" y="3024188"/>
          <p14:tracePt t="12336" x="5238750" y="3033713"/>
          <p14:tracePt t="12361" x="5233988" y="3033713"/>
          <p14:tracePt t="12371" x="5224463" y="3033713"/>
          <p14:tracePt t="12677" x="5224463" y="3024188"/>
          <p14:tracePt t="12688" x="5219700" y="3024188"/>
          <p14:tracePt t="12696" x="5219700" y="3019425"/>
          <p14:tracePt t="12711" x="5214938" y="3014663"/>
          <p14:tracePt t="12727" x="5195888" y="3014663"/>
          <p14:tracePt t="12737" x="5186363" y="3005138"/>
          <p14:tracePt t="12752" x="5186363" y="3000375"/>
          <p14:tracePt t="12781" x="5186363" y="2986088"/>
          <p14:tracePt t="12856" x="5181600" y="2986088"/>
          <p14:tracePt t="13127" x="5186363" y="2986088"/>
          <p14:tracePt t="13186" x="5186363" y="2995613"/>
          <p14:tracePt t="13277" x="5186363" y="3000375"/>
          <p14:tracePt t="13327" x="5186363" y="3005138"/>
          <p14:tracePt t="13352" x="5195888" y="3005138"/>
          <p14:tracePt t="13381" x="5200650" y="3014663"/>
          <p14:tracePt t="13396" x="5214938" y="3019425"/>
          <p14:tracePt t="13404" x="5219700" y="3019425"/>
          <p14:tracePt t="13413" x="5295900" y="3033713"/>
          <p14:tracePt t="13427" x="5343525" y="3038475"/>
          <p14:tracePt t="13438" x="5414963" y="3038475"/>
          <p14:tracePt t="13446" x="5519738" y="3038475"/>
          <p14:tracePt t="13458" x="5576888" y="3038475"/>
          <p14:tracePt t="13463" x="5595938" y="3038475"/>
          <p14:tracePt t="13471" x="5667375" y="3033713"/>
          <p14:tracePt t="13494" x="5672138" y="3033713"/>
          <p14:tracePt t="13504" x="5681663" y="3033713"/>
          <p14:tracePt t="13577" x="5681663" y="3038475"/>
          <p14:tracePt t="13760" x="5686425" y="3038475"/>
          <p14:tracePt t="13777" x="5691188" y="3038475"/>
          <p14:tracePt t="14432" x="5691188" y="3033713"/>
          <p14:tracePt t="18149" x="5681663" y="3033713"/>
          <p14:tracePt t="18169" x="5672138" y="3033713"/>
          <p14:tracePt t="18185" x="5662613" y="3033713"/>
          <p14:tracePt t="18211" x="5648325" y="3033713"/>
          <p14:tracePt t="18227" x="5643563" y="3033713"/>
          <p14:tracePt t="18238" x="5634038" y="3033713"/>
          <p14:tracePt t="18246" x="5600700" y="3033713"/>
          <p14:tracePt t="18261" x="5595938" y="3033713"/>
          <p14:tracePt t="18271" x="5591175" y="3033713"/>
          <p14:tracePt t="18279" x="5529263" y="3024188"/>
          <p14:tracePt t="18287" x="5519738" y="3019425"/>
          <p14:tracePt t="18299" x="5500688" y="3014663"/>
          <p14:tracePt t="18302" x="5467350" y="3014663"/>
          <p14:tracePt t="18327" x="5457825" y="3005138"/>
          <p14:tracePt t="25602" x="5472113" y="3005138"/>
          <p14:tracePt t="31983" x="5486400" y="3005138"/>
          <p14:tracePt t="31997" x="5491163" y="3005138"/>
          <p14:tracePt t="32006" x="5491163" y="3000375"/>
          <p14:tracePt t="37217" x="5500688" y="3000375"/>
          <p14:tracePt t="37228" x="5505450" y="3000375"/>
          <p14:tracePt t="37337" x="5510213" y="3000375"/>
          <p14:tracePt t="37411" x="5519738" y="3000375"/>
          <p14:tracePt t="37471" x="5524500" y="3000375"/>
          <p14:tracePt t="38087" x="5524500" y="3005138"/>
          <p14:tracePt t="38096" x="5519738" y="3005138"/>
          <p14:tracePt t="38105" x="5519738" y="3014663"/>
          <p14:tracePt t="38121" x="5510213" y="3014663"/>
          <p14:tracePt t="38130" x="5510213" y="3019425"/>
          <p14:tracePt t="38138" x="5519738" y="3019425"/>
          <p14:tracePt t="38147" x="5524500" y="3024188"/>
          <p14:tracePt t="38155" x="5543550" y="3033713"/>
          <p14:tracePt t="38167" x="5591175" y="3076575"/>
          <p14:tracePt t="38177" x="5600700" y="3105150"/>
          <p14:tracePt t="38188" x="5614988" y="3128963"/>
          <p14:tracePt t="38196" x="5662613" y="3167063"/>
          <p14:tracePt t="38387" x="5662613" y="3162300"/>
          <p14:tracePt t="38399" x="5672138" y="3124200"/>
          <p14:tracePt t="38432" x="5562600" y="3038475"/>
          <p14:tracePt t="38440" x="5543550" y="3019425"/>
          <p14:tracePt t="38447" x="5310188" y="2881313"/>
          <p14:tracePt t="38462" x="5267325" y="2862263"/>
          <p14:tracePt t="38472" x="5243513" y="2852738"/>
          <p14:tracePt t="38480" x="5129213" y="2819400"/>
          <p14:tracePt t="38494" x="5110163" y="2809875"/>
          <p14:tracePt t="38505" x="5081588" y="2805113"/>
          <p14:tracePt t="38513" x="5043488" y="2786063"/>
          <p14:tracePt t="38522" x="5005388" y="2752725"/>
          <p14:tracePt t="38530" x="4981575" y="2733675"/>
          <p14:tracePt t="38538" x="4881563" y="2647950"/>
          <p14:tracePt t="38553" x="4829175" y="2605088"/>
          <p14:tracePt t="38563" x="4772025" y="2557463"/>
          <p14:tracePt t="38571" x="4662488" y="2452688"/>
          <p14:tracePt t="38582" x="4610100" y="2414588"/>
          <p14:tracePt t="38594" x="4552950" y="2362200"/>
          <p14:tracePt t="38605" x="4433888" y="2290763"/>
          <p14:tracePt t="38613" x="4348163" y="2252663"/>
          <p14:tracePt t="38619" x="4271963" y="2214563"/>
          <p14:tracePt t="38628" x="4114800" y="2162175"/>
          <p14:tracePt t="38644" x="4024313" y="2128838"/>
          <p14:tracePt t="38655" x="3929063" y="2105025"/>
          <p14:tracePt t="38663" x="3771900" y="2071688"/>
          <p14:tracePt t="38672" x="3681413" y="2052638"/>
          <p14:tracePt t="38680" x="3648075" y="2038350"/>
          <p14:tracePt t="38688" x="3509963" y="2014538"/>
          <p14:tracePt t="38702" x="3438525" y="2000250"/>
          <p14:tracePt t="38713" x="3419475" y="1995488"/>
          <p14:tracePt t="38721" x="3338513" y="1976438"/>
          <p14:tracePt t="38732" x="3309938" y="1962150"/>
          <p14:tracePt t="38739" x="3305175" y="1962150"/>
          <p14:tracePt t="38747" x="3276600" y="1962150"/>
          <p14:tracePt t="38769" x="3267075" y="1962150"/>
          <p14:tracePt t="38779" x="3233738" y="2071688"/>
          <p14:tracePt t="38794" x="3219450" y="2147888"/>
          <p14:tracePt t="38805" x="3205163" y="2190750"/>
          <p14:tracePt t="38813" x="3152775" y="2290763"/>
          <p14:tracePt t="38828" x="3143250" y="2319338"/>
          <p14:tracePt t="38838" x="3071813" y="2466975"/>
          <p14:tracePt t="38853" x="3062288" y="2495550"/>
          <p14:tracePt t="38863" x="3062288" y="2524125"/>
          <p14:tracePt t="38871" x="3081338" y="2566988"/>
          <p14:tracePt t="38883" x="3105150" y="2586038"/>
          <p14:tracePt t="38894" x="3143250" y="2619375"/>
          <p14:tracePt t="38905" x="3233738" y="2676525"/>
          <p14:tracePt t="38912" x="3305175" y="2709863"/>
          <p14:tracePt t="38919" x="3395663" y="2728913"/>
          <p14:tracePt t="38928" x="3557588" y="2767013"/>
          <p14:tracePt t="38944" x="3652838" y="2771775"/>
          <p14:tracePt t="38955" x="3695700" y="2771775"/>
          <p14:tracePt t="38963" x="3848100" y="2771775"/>
          <p14:tracePt t="38971" x="3952875" y="2771775"/>
          <p14:tracePt t="38984" x="4052888" y="2771775"/>
          <p14:tracePt t="38994" x="4233863" y="2752725"/>
          <p14:tracePt t="39005" x="4291013" y="2747963"/>
          <p14:tracePt t="39013" x="4433888" y="2733675"/>
          <p14:tracePt t="39021" x="4772025" y="2676525"/>
          <p14:tracePt t="39033" x="4848225" y="2662238"/>
          <p14:tracePt t="39044" x="4991100" y="2619375"/>
          <p14:tracePt t="39055" x="5214938" y="2505075"/>
          <p14:tracePt t="39063" x="5238750" y="2495550"/>
          <p14:tracePt t="39069" x="5257800" y="2452688"/>
          <p14:tracePt t="39078" x="5267325" y="2381250"/>
          <p14:tracePt t="39092" x="5243513" y="2362200"/>
          <p14:tracePt t="39100" x="5233988" y="2338388"/>
          <p14:tracePt t="39111" x="5148263" y="2262188"/>
          <p14:tracePt t="39122" x="5081588" y="2219325"/>
          <p14:tracePt t="39131" x="5010150" y="2181225"/>
          <p14:tracePt t="39138" x="4862513" y="2124075"/>
          <p14:tracePt t="39153" x="4786313" y="2105025"/>
          <p14:tracePt t="39163" x="4714875" y="2085975"/>
          <p14:tracePt t="39171" x="4524375" y="2057400"/>
          <p14:tracePt t="39181" x="4410075" y="2057400"/>
          <p14:tracePt t="39189" x="4329113" y="2057400"/>
          <p14:tracePt t="39200" x="4124325" y="2076450"/>
          <p14:tracePt t="39212" x="4052888" y="2090738"/>
          <p14:tracePt t="39221" x="3986213" y="2119313"/>
          <p14:tracePt t="39230" x="3862388" y="2157413"/>
          <p14:tracePt t="39244" x="3810000" y="2166938"/>
          <p14:tracePt t="39255" x="3757613" y="2200275"/>
          <p14:tracePt t="39263" x="3662363" y="2252663"/>
          <p14:tracePt t="39272" x="3629025" y="2281238"/>
          <p14:tracePt t="39280" x="3595688" y="2319338"/>
          <p14:tracePt t="39288" x="3576638" y="2405063"/>
          <p14:tracePt t="39303" x="3576638" y="2447925"/>
          <p14:tracePt t="39313" x="3576638" y="2466975"/>
          <p14:tracePt t="39321" x="3667125" y="2638425"/>
          <p14:tracePt t="39333" x="3733800" y="2709863"/>
          <p14:tracePt t="39344" x="3810000" y="2771775"/>
          <p14:tracePt t="39355" x="3948113" y="2862263"/>
          <p14:tracePt t="39363" x="4038600" y="2914650"/>
          <p14:tracePt t="39371" x="4133850" y="2952750"/>
          <p14:tracePt t="39380" x="4314825" y="3005138"/>
          <p14:tracePt t="39394" x="4433888" y="3033713"/>
          <p14:tracePt t="39405" x="4562475" y="3052763"/>
          <p14:tracePt t="39413" x="4919663" y="3057525"/>
          <p14:tracePt t="39425" x="5029200" y="3052763"/>
          <p14:tracePt t="39434" x="5072063" y="3038475"/>
          <p14:tracePt t="39444" x="5276850" y="2981325"/>
          <p14:tracePt t="39455" x="5343525" y="2943225"/>
          <p14:tracePt t="39467" x="5410200" y="2905125"/>
          <p14:tracePt t="39471" x="5481638" y="2833688"/>
          <p14:tracePt t="39483" x="5505450" y="2781300"/>
          <p14:tracePt t="39494" x="5524500" y="2733675"/>
          <p14:tracePt t="39505" x="5538788" y="2643188"/>
          <p14:tracePt t="39513" x="5538788" y="2595563"/>
          <p14:tracePt t="39522" x="5510213" y="2552700"/>
          <p14:tracePt t="39529" x="5400675" y="2428875"/>
          <p14:tracePt t="39544" x="5329238" y="2371725"/>
          <p14:tracePt t="39554" x="5291138" y="2357438"/>
          <p14:tracePt t="39563" x="4933950" y="2200275"/>
          <p14:tracePt t="39572" x="4791075" y="2147888"/>
          <p14:tracePt t="39579" x="4648200" y="2119313"/>
          <p14:tracePt t="39592" x="4162425" y="1995488"/>
          <p14:tracePt t="39602" x="4005263" y="1976438"/>
          <p14:tracePt t="39613" x="3876675" y="1962150"/>
          <p14:tracePt t="39621" x="3643313" y="1947863"/>
          <p14:tracePt t="39632" x="3505200" y="1947863"/>
          <p14:tracePt t="39644" x="3429000" y="1966913"/>
          <p14:tracePt t="39655" x="3286125" y="2014538"/>
          <p14:tracePt t="39663" x="3224213" y="2038350"/>
          <p14:tracePt t="39669" x="3176588" y="2066925"/>
          <p14:tracePt t="39678" x="3090863" y="2147888"/>
          <p14:tracePt t="39692" x="3076575" y="2190750"/>
          <p14:tracePt t="39700" x="3076575" y="2247900"/>
          <p14:tracePt t="39711" x="3105150" y="2390775"/>
          <p14:tracePt t="39722" x="3152775" y="2466975"/>
          <p14:tracePt t="39730" x="3219450" y="2557463"/>
          <p14:tracePt t="39744" x="3376613" y="2719388"/>
          <p14:tracePt t="39755" x="3462338" y="2786063"/>
          <p14:tracePt t="39763" x="3538538" y="2833688"/>
          <p14:tracePt t="39771" x="3748088" y="2928938"/>
          <p14:tracePt t="39786" x="3848100" y="2962275"/>
          <p14:tracePt t="39796" x="3890963" y="2976563"/>
          <p14:tracePt t="39805" x="4176713" y="3024188"/>
          <p14:tracePt t="39813" x="4295775" y="3033713"/>
          <p14:tracePt t="39822" x="4400550" y="3038475"/>
          <p14:tracePt t="39830" x="4614863" y="3014663"/>
          <p14:tracePt t="39844" x="4705350" y="2995613"/>
          <p14:tracePt t="39855" x="4772025" y="2962275"/>
          <p14:tracePt t="39863" x="4867275" y="2895600"/>
          <p14:tracePt t="39878" x="4914900" y="2843213"/>
          <p14:tracePt t="39888" x="4948238" y="2790825"/>
          <p14:tracePt t="39897" x="4957763" y="2647950"/>
          <p14:tracePt t="39904" x="4957763" y="2628900"/>
          <p14:tracePt t="39911" x="4938713" y="2566988"/>
          <p14:tracePt t="39919" x="4848225" y="2414588"/>
          <p14:tracePt t="39933" x="4795838" y="2352675"/>
          <p14:tracePt t="39942" x="4772025" y="2319338"/>
          <p14:tracePt t="39950" x="4595813" y="2195513"/>
          <p14:tracePt t="39962" x="4500563" y="2138363"/>
          <p14:tracePt t="39971" x="4386263" y="2095500"/>
          <p14:tracePt t="39980" x="4195763" y="2047875"/>
          <p14:tracePt t="39994" x="4062413" y="2024063"/>
          <p14:tracePt t="40005" x="3933825" y="2024063"/>
          <p14:tracePt t="40013" x="3486150" y="2052638"/>
          <p14:tracePt t="40023" x="3276600" y="2090738"/>
          <p14:tracePt t="40030" x="3152775" y="2128838"/>
          <p14:tracePt t="40038" x="2919413" y="2266950"/>
          <p14:tracePt t="40053" x="2857500" y="2333625"/>
          <p14:tracePt t="40063" x="2828925" y="2381250"/>
          <p14:tracePt t="40071" x="2824163" y="2505075"/>
          <p14:tracePt t="40083" x="2828925" y="2571750"/>
          <p14:tracePt t="40094" x="2847975" y="2609850"/>
          <p14:tracePt t="40105" x="2947988" y="2767013"/>
          <p14:tracePt t="40112" x="3038475" y="2862263"/>
          <p14:tracePt t="40119" x="3095625" y="2914650"/>
          <p14:tracePt t="40134" x="3267075" y="3038475"/>
          <p14:tracePt t="40142" x="3319463" y="3076575"/>
          <p14:tracePt t="40150" x="3362325" y="3095625"/>
          <p14:tracePt t="40161" x="3481388" y="3138488"/>
          <p14:tracePt t="40172" x="3557588" y="3162300"/>
          <p14:tracePt t="40180" x="3643313" y="3176588"/>
          <p14:tracePt t="40188" x="3910013" y="3195638"/>
          <p14:tracePt t="40203" x="4095750" y="3195638"/>
          <p14:tracePt t="40213" x="4214813" y="3190875"/>
          <p14:tracePt t="40221" x="4524375" y="3143250"/>
          <p14:tracePt t="40233" x="4629150" y="3119438"/>
          <p14:tracePt t="40244" x="4738688" y="3095625"/>
          <p14:tracePt t="40255" x="5000625" y="2981325"/>
          <p14:tracePt t="40263" x="5072063" y="2943225"/>
          <p14:tracePt t="40269" x="5114925" y="2905125"/>
          <p14:tracePt t="40278" x="5167313" y="2805113"/>
          <p14:tracePt t="40292" x="5167313" y="2767013"/>
          <p14:tracePt t="40300" x="5167313" y="2719388"/>
          <p14:tracePt t="40311" x="5124450" y="2609850"/>
          <p14:tracePt t="40322" x="5091113" y="2557463"/>
          <p14:tracePt t="40329" x="5081588" y="2538413"/>
          <p14:tracePt t="40344" x="4972050" y="2409825"/>
          <p14:tracePt t="40355" x="4914900" y="2357438"/>
          <p14:tracePt t="40363" x="4857750" y="2305050"/>
          <p14:tracePt t="40371" x="4724400" y="2228850"/>
          <p14:tracePt t="40382" x="4643438" y="2181225"/>
          <p14:tracePt t="40389" x="4610100" y="2166938"/>
          <p14:tracePt t="40400" x="4410075" y="2095500"/>
          <p14:tracePt t="40412" x="4367213" y="2090738"/>
          <p14:tracePt t="40428" x="4267200" y="2066925"/>
          <p14:tracePt t="40444" x="4095750" y="2052638"/>
          <p14:tracePt t="40459" x="3952875" y="2057400"/>
          <p14:tracePt t="40463" x="3862388" y="2105025"/>
          <p14:tracePt t="40472" x="3848100" y="2119313"/>
          <p14:tracePt t="40484" x="3824288" y="2162175"/>
          <p14:tracePt t="40494" x="3810000" y="2209800"/>
          <p14:tracePt t="40505" x="3810000" y="2271713"/>
          <p14:tracePt t="40513" x="3810000" y="2290763"/>
          <p14:tracePt t="40521" x="3843338" y="2443163"/>
          <p14:tracePt t="40533" x="3881438" y="2538413"/>
          <p14:tracePt t="40542" x="3910013" y="2576513"/>
          <p14:tracePt t="40550" x="4000500" y="2709863"/>
          <p14:tracePt t="40562" x="4038600" y="2738438"/>
          <p14:tracePt t="40572" x="4043363" y="2747963"/>
          <p14:tracePt t="40579" x="4076700" y="2771775"/>
          <p14:tracePt t="40611" x="4090988" y="2781300"/>
          <p14:tracePt t="40644" x="4090988" y="2786063"/>
          <p14:tracePt t="40654" x="4148138" y="2771775"/>
          <p14:tracePt t="40667" x="4162425" y="2771775"/>
          <p14:tracePt t="40678" x="4205288" y="2762250"/>
          <p14:tracePt t="40688" x="4267200" y="2728913"/>
          <p14:tracePt t="40697" x="4324350" y="2700338"/>
          <p14:tracePt t="40705" x="4338638" y="2695575"/>
          <p14:tracePt t="40713" x="4376738" y="2676525"/>
          <p14:tracePt t="40728" x="4400550" y="2657475"/>
          <p14:tracePt t="40738" x="4400550" y="2647950"/>
          <p14:tracePt t="40764" x="4400550" y="2643188"/>
          <p14:tracePt t="40937" x="4410075" y="2638425"/>
          <p14:tracePt t="41028" x="4414838" y="2638425"/>
          <p14:tracePt t="41042" x="4429125" y="2643188"/>
          <p14:tracePt t="41059" x="4433888" y="2643188"/>
          <p14:tracePt t="41064" x="4457700" y="2647950"/>
          <p14:tracePt t="41072" x="4510088" y="2662238"/>
          <p14:tracePt t="41094" x="4519613" y="2662238"/>
          <p14:tracePt t="41105" x="4543425" y="2667000"/>
          <p14:tracePt t="41121" x="4552950" y="2667000"/>
          <p14:tracePt t="41128" x="4557713" y="2667000"/>
          <p14:tracePt t="41136" x="4572000" y="2681288"/>
          <p14:tracePt t="41150" x="4576763" y="2681288"/>
          <p14:tracePt t="41186" x="4581525" y="2681288"/>
          <p14:tracePt t="41207" x="4581525" y="2690813"/>
          <p14:tracePt t="41228" x="4581525" y="2700338"/>
          <p14:tracePt t="41253" x="4581525" y="2709863"/>
          <p14:tracePt t="41282" x="4581525" y="2714625"/>
          <p14:tracePt t="41411" x="4591050" y="2714625"/>
          <p14:tracePt t="41431" x="4591050" y="2719388"/>
          <p14:tracePt t="41439" x="4610100" y="2762250"/>
          <p14:tracePt t="41462" x="4614863" y="2767013"/>
          <p14:tracePt t="41475" x="4648200" y="2809875"/>
          <p14:tracePt t="41480" x="4795838" y="2933700"/>
          <p14:tracePt t="41492" x="4876800" y="2981325"/>
          <p14:tracePt t="41499" x="4933950" y="3019425"/>
          <p14:tracePt t="41507" x="5010150" y="3048000"/>
          <p14:tracePt t="41521" x="5019675" y="3052763"/>
          <p14:tracePt t="41529" x="5029200" y="3057525"/>
          <p14:tracePt t="41538" x="5038725" y="3057525"/>
          <p14:tracePt t="41569" x="5043488" y="3076575"/>
          <p14:tracePt t="41581" x="5043488" y="3086100"/>
          <p14:tracePt t="41589" x="5053013" y="3090863"/>
          <p14:tracePt t="41597" x="5043488" y="3090863"/>
          <p14:tracePt t="41611" x="5029200" y="3090863"/>
          <p14:tracePt t="41622" x="5010150" y="3090863"/>
          <p14:tracePt t="41945" x="5005388" y="3090863"/>
          <p14:tracePt t="41971" x="5005388" y="3086100"/>
          <p14:tracePt t="42016" x="5000625" y="3086100"/>
          <p14:tracePt t="42021" x="5000625" y="3090863"/>
          <p14:tracePt t="42036" x="4991100" y="3090863"/>
          <p14:tracePt t="42086" x="5000625" y="3090863"/>
          <p14:tracePt t="42119" x="5000625" y="3095625"/>
          <p14:tracePt t="42130" x="5005388" y="3095625"/>
          <p14:tracePt t="42138" x="5005388" y="3105150"/>
          <p14:tracePt t="42153" x="5005388" y="3119438"/>
          <p14:tracePt t="42166" x="5010150" y="3128963"/>
          <p14:tracePt t="42175" x="5019675" y="3157538"/>
          <p14:tracePt t="42181" x="5038725" y="3195638"/>
          <p14:tracePt t="42211" x="5043488" y="3209925"/>
          <p14:tracePt t="42221" x="5072063" y="3228975"/>
          <p14:tracePt t="42230" x="5072063" y="3233738"/>
          <p14:tracePt t="42238" x="5076825" y="3233738"/>
          <p14:tracePt t="42257" x="5081588" y="3238500"/>
          <p14:tracePt t="42272" x="5091113" y="3238500"/>
          <p14:tracePt t="42303" x="5095875" y="3248025"/>
          <p14:tracePt t="42328" x="5100638" y="3252788"/>
          <p14:tracePt t="42338" x="5148263" y="3309938"/>
          <p14:tracePt t="42347" x="5172075" y="3357563"/>
          <p14:tracePt t="42355" x="5186363" y="3371850"/>
          <p14:tracePt t="42363" x="5238750" y="3429000"/>
          <p14:tracePt t="42378" x="5267325" y="3462338"/>
          <p14:tracePt t="42388" x="5272088" y="3467100"/>
          <p14:tracePt t="42397" x="5314950" y="3505200"/>
          <p14:tracePt t="42409" x="5314950" y="3514725"/>
          <p14:tracePt t="42414" x="5314950" y="3519488"/>
          <p14:tracePt t="42422" x="5343525" y="3533775"/>
          <p14:tracePt t="42466" x="5348288" y="3533775"/>
          <p14:tracePt t="42528" x="5357813" y="3533775"/>
          <p14:tracePt t="42542" x="5362575" y="3533775"/>
          <p14:tracePt t="42546" x="5400675" y="3533775"/>
          <p14:tracePt t="42557" x="5419725" y="3524250"/>
          <p14:tracePt t="42564" x="5457825" y="3524250"/>
          <p14:tracePt t="42586" x="5481638" y="3524250"/>
          <p14:tracePt t="42939" x="5481638" y="3533775"/>
          <p14:tracePt t="42947" x="5486400" y="3538538"/>
          <p14:tracePt t="42961" x="5491163" y="3538538"/>
          <p14:tracePt t="42971" x="5519738" y="3552825"/>
          <p14:tracePt t="42980" x="5595938" y="3557588"/>
          <p14:tracePt t="42992" x="5653088" y="3567113"/>
          <p14:tracePt t="42999" x="5691188" y="3571875"/>
          <p14:tracePt t="43006" x="5810250" y="3590925"/>
          <p14:tracePt t="43021" x="5862638" y="3605213"/>
          <p14:tracePt t="43030" x="5895975" y="3609975"/>
          <p14:tracePt t="43044" x="6010275" y="3643313"/>
          <p14:tracePt t="43054" x="6024563" y="3648075"/>
          <p14:tracePt t="43063" x="6043613" y="3662363"/>
          <p14:tracePt t="43072" x="6076950" y="3690938"/>
          <p14:tracePt t="43096" x="6076950" y="3695700"/>
          <p14:tracePt t="43186" x="6076950" y="3690938"/>
          <p14:tracePt t="43231" x="6076950" y="3681413"/>
          <p14:tracePt t="43353" x="6081713" y="3690938"/>
          <p14:tracePt t="43428" x="6081713" y="3681413"/>
          <p14:tracePt t="43437" x="6100763" y="3667125"/>
          <p14:tracePt t="43447" x="6115050" y="3662363"/>
          <p14:tracePt t="43457" x="6129338" y="3657600"/>
          <p14:tracePt t="43470" x="6148388" y="3643313"/>
          <p14:tracePt t="43480" x="6191250" y="3619500"/>
          <p14:tracePt t="43488" x="6219825" y="3590925"/>
          <p14:tracePt t="43503" x="6257925" y="3571875"/>
          <p14:tracePt t="43517" x="6367463" y="3505200"/>
          <p14:tracePt t="43528" x="6438900" y="3448050"/>
          <p14:tracePt t="43538" x="6477000" y="3429000"/>
          <p14:tracePt t="48583" x="6486525" y="3429000"/>
          <p14:tracePt t="48594" x="6500813" y="3424238"/>
          <p14:tracePt t="48605" x="6500813" y="3414713"/>
          <p14:tracePt t="48615" x="6505575" y="3414713"/>
          <p14:tracePt t="49674" x="6510338" y="3409950"/>
          <p14:tracePt t="49697" x="6519863" y="3405188"/>
          <p14:tracePt t="49712" x="6524625" y="3405188"/>
          <p14:tracePt t="49728" x="6524625" y="3395663"/>
          <p14:tracePt t="49757" x="6529388" y="3390900"/>
          <p14:tracePt t="49778" x="6538913" y="3362325"/>
          <p14:tracePt t="49794" x="6538913" y="3357563"/>
          <p14:tracePt t="49805" x="6538913" y="3333750"/>
          <p14:tracePt t="49817" x="6538913" y="3309938"/>
          <p14:tracePt t="49828" x="6538913" y="3271838"/>
          <p14:tracePt t="49838" x="6538913" y="3190875"/>
          <p14:tracePt t="49847" x="6529388" y="3128963"/>
          <p14:tracePt t="49855" x="6510338" y="3048000"/>
          <p14:tracePt t="49864" x="6381750" y="2462213"/>
          <p14:tracePt t="49878" x="6334125" y="2286000"/>
          <p14:tracePt t="49889" x="6296025" y="2109788"/>
          <p14:tracePt t="49896" x="6091238" y="1547813"/>
          <p14:tracePt t="49911" x="6057900" y="1443038"/>
          <p14:tracePt t="49922" x="5900738" y="962025"/>
          <p14:tracePt t="49937" x="5862638" y="785813"/>
          <p14:tracePt t="49947" x="5843588" y="676275"/>
          <p14:tracePt t="49955" x="5786438" y="319088"/>
          <p14:tracePt t="49967" x="5776913" y="166688"/>
          <p14:tracePt t="49978" x="5772150" y="71438"/>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spcBef>
                <a:spcPts val="0"/>
              </a:spcBef>
              <a:spcAft>
                <a:spcPts val="800"/>
              </a:spcAft>
            </a:pPr>
            <a:r>
              <a:rPr lang="en-US" sz="2000" dirty="0">
                <a:solidFill>
                  <a:schemeClr val="bg1"/>
                </a:solidFill>
                <a:latin typeface="Arial"/>
              </a:rPr>
              <a:t>PRIORITY 5: 002 Data Value | 003 Strings | 004 SQL Injection | 009 Pointers</a:t>
            </a:r>
            <a:endParaRPr lang="en-US" sz="2000" dirty="0">
              <a:solidFill>
                <a:schemeClr val="bg1"/>
              </a:solidFill>
            </a:endParaRPr>
          </a:p>
          <a:p>
            <a:pPr>
              <a:spcAft>
                <a:spcPts val="800"/>
              </a:spcAft>
            </a:pPr>
            <a:r>
              <a:rPr lang="en-US" sz="2000" dirty="0">
                <a:solidFill>
                  <a:schemeClr val="bg1"/>
                </a:solidFill>
                <a:latin typeface="Arial"/>
              </a:rPr>
              <a:t>PRIORITY 4: 001 Data Types | 005 Memory | 008 Integer Overflow</a:t>
            </a:r>
          </a:p>
          <a:p>
            <a:pPr>
              <a:spcAft>
                <a:spcPts val="800"/>
              </a:spcAft>
            </a:pPr>
            <a:r>
              <a:rPr lang="en-US" sz="2000" dirty="0">
                <a:solidFill>
                  <a:schemeClr val="bg1"/>
                </a:solidFill>
                <a:latin typeface="Arial"/>
              </a:rPr>
              <a:t>PRIORITY 3: 006 Assertions | 007 Exceptions | 010 RAII</a:t>
            </a:r>
          </a:p>
          <a:p>
            <a:pPr>
              <a:spcAft>
                <a:spcPts val="800"/>
              </a:spcAft>
            </a:pPr>
            <a:r>
              <a:rPr lang="en-US" sz="2000" dirty="0">
                <a:solidFill>
                  <a:schemeClr val="bg1"/>
                </a:solidFill>
                <a:latin typeface="Arial"/>
              </a:rPr>
              <a:t>Standard IDs: STD-001-CPP through STD-010-CPP</a:t>
            </a:r>
          </a:p>
          <a:p>
            <a:pPr marL="0" lvl="0" indent="0" algn="l" rtl="0">
              <a:lnSpc>
                <a:spcPct val="90000"/>
              </a:lnSpc>
              <a:spcBef>
                <a:spcPts val="0"/>
              </a:spcBef>
              <a:spcAft>
                <a:spcPts val="0"/>
              </a:spcAft>
              <a:buClr>
                <a:schemeClr val="lt1"/>
              </a:buClr>
              <a:buSzPts val="2000"/>
              <a:buNone/>
            </a:pPr>
            <a:endParaRPr sz="1800" dirty="0"/>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0" name="Audio 19">
            <a:extLst>
              <a:ext uri="{FF2B5EF4-FFF2-40B4-BE49-F238E27FC236}">
                <a16:creationId xmlns:a16="http://schemas.microsoft.com/office/drawing/2014/main" id="{FA7FA4B1-8D6E-2D74-7B3C-5927294C6748}"/>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5460"/>
    </mc:Choice>
    <mc:Fallback>
      <p:transition spd="slow" advTm="65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spcBef>
                <a:spcPts val="0"/>
              </a:spcBef>
              <a:spcAft>
                <a:spcPts val="800"/>
              </a:spcAft>
            </a:pPr>
            <a:r>
              <a:rPr lang="en-US" sz="2000" dirty="0">
                <a:solidFill>
                  <a:schemeClr val="bg1"/>
                </a:solidFill>
                <a:latin typeface="Arial" panose="020B0604020202020204" pitchFamily="34" charset="0"/>
                <a:cs typeface="Arial" panose="020B0604020202020204" pitchFamily="34" charset="0"/>
              </a:rPr>
              <a:t>IN FLIGHT: TLS 1.2 / TLS 1.3 for network communications</a:t>
            </a:r>
          </a:p>
          <a:p>
            <a:pPr>
              <a:spcAft>
                <a:spcPts val="800"/>
              </a:spcAft>
            </a:pPr>
            <a:r>
              <a:rPr lang="en-US" sz="2000" dirty="0">
                <a:solidFill>
                  <a:schemeClr val="bg1"/>
                </a:solidFill>
                <a:latin typeface="Arial" panose="020B0604020202020204" pitchFamily="34" charset="0"/>
                <a:cs typeface="Arial" panose="020B0604020202020204" pitchFamily="34" charset="0"/>
              </a:rPr>
              <a:t>AT REST: AES-256 where appropriate, protect encryption keys</a:t>
            </a:r>
          </a:p>
          <a:p>
            <a:pPr>
              <a:spcAft>
                <a:spcPts val="800"/>
              </a:spcAft>
            </a:pPr>
            <a:r>
              <a:rPr lang="en-US" sz="2000" dirty="0">
                <a:solidFill>
                  <a:schemeClr val="bg1"/>
                </a:solidFill>
                <a:latin typeface="Arial" panose="020B0604020202020204" pitchFamily="34" charset="0"/>
                <a:cs typeface="Arial" panose="020B0604020202020204" pitchFamily="34" charset="0"/>
              </a:rPr>
              <a:t>IN USE: least privilege, process isolation, protected memory</a:t>
            </a:r>
          </a:p>
          <a:p>
            <a:pPr>
              <a:spcAft>
                <a:spcPts val="800"/>
              </a:spcAft>
            </a:pPr>
            <a:r>
              <a:rPr lang="en-US" sz="2000" dirty="0">
                <a:solidFill>
                  <a:schemeClr val="bg1"/>
                </a:solidFill>
                <a:latin typeface="Arial" panose="020B0604020202020204" pitchFamily="34" charset="0"/>
                <a:cs typeface="Arial" panose="020B0604020202020204" pitchFamily="34" charset="0"/>
              </a:rPr>
              <a:t>Benefit: protect sensitive company and customer data</a:t>
            </a:r>
          </a:p>
          <a:p>
            <a:pPr marL="0" lvl="0" indent="0" algn="l" rtl="0">
              <a:lnSpc>
                <a:spcPct val="90000"/>
              </a:lnSpc>
              <a:spcBef>
                <a:spcPts val="1000"/>
              </a:spcBef>
              <a:spcAft>
                <a:spcPts val="0"/>
              </a:spcAft>
              <a:buClr>
                <a:schemeClr val="lt1"/>
              </a:buClr>
              <a:buSzPts val="1600"/>
              <a:buNone/>
            </a:pPr>
            <a:endParaRPr sz="2000" dirty="0">
              <a:latin typeface="Arial" panose="020B0604020202020204" pitchFamily="34" charset="0"/>
              <a:cs typeface="Arial" panose="020B0604020202020204" pitchFamily="34" charset="0"/>
            </a:endParaRPr>
          </a:p>
          <a:p>
            <a:pPr marL="228600" lvl="0" indent="-88900" algn="l" rtl="0">
              <a:lnSpc>
                <a:spcPct val="90000"/>
              </a:lnSpc>
              <a:spcBef>
                <a:spcPts val="1000"/>
              </a:spcBef>
              <a:spcAft>
                <a:spcPts val="0"/>
              </a:spcAft>
              <a:buClr>
                <a:schemeClr val="lt1"/>
              </a:buClr>
              <a:buSzPts val="2200"/>
              <a:buNone/>
            </a:pPr>
            <a:endParaRPr sz="2000" dirty="0">
              <a:latin typeface="Arial" panose="020B0604020202020204" pitchFamily="34" charset="0"/>
              <a:cs typeface="Arial" panose="020B0604020202020204" pitchFamily="34" charset="0"/>
            </a:endParaRPr>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9" name="Audio 38">
            <a:extLst>
              <a:ext uri="{FF2B5EF4-FFF2-40B4-BE49-F238E27FC236}">
                <a16:creationId xmlns:a16="http://schemas.microsoft.com/office/drawing/2014/main" id="{1C13E527-75B3-3E75-9029-1AD465CD062F}"/>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1630"/>
    </mc:Choice>
    <mc:Fallback>
      <p:transition spd="slow" advTm="61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spcBef>
                <a:spcPts val="0"/>
              </a:spcBef>
              <a:spcAft>
                <a:spcPts val="800"/>
              </a:spcAft>
            </a:pPr>
            <a:r>
              <a:rPr lang="en-US" sz="2000" dirty="0">
                <a:solidFill>
                  <a:schemeClr val="bg1"/>
                </a:solidFill>
                <a:latin typeface="Arial" panose="020B0604020202020204" pitchFamily="34" charset="0"/>
                <a:cs typeface="Arial" panose="020B0604020202020204" pitchFamily="34" charset="0"/>
              </a:rPr>
              <a:t>AUTHENTICATION: strong passwords, MFA, identity verification</a:t>
            </a:r>
          </a:p>
          <a:p>
            <a:pPr>
              <a:spcAft>
                <a:spcPts val="800"/>
              </a:spcAft>
            </a:pPr>
            <a:r>
              <a:rPr lang="en-US" sz="2000" dirty="0">
                <a:solidFill>
                  <a:schemeClr val="bg1"/>
                </a:solidFill>
                <a:latin typeface="Arial" panose="020B0604020202020204" pitchFamily="34" charset="0"/>
                <a:cs typeface="Arial" panose="020B0604020202020204" pitchFamily="34" charset="0"/>
              </a:rPr>
              <a:t>AUTHORIZATION: role-based permissions, least privilege</a:t>
            </a:r>
          </a:p>
          <a:p>
            <a:pPr>
              <a:spcAft>
                <a:spcPts val="800"/>
              </a:spcAft>
            </a:pPr>
            <a:r>
              <a:rPr lang="en-US" sz="2000" dirty="0">
                <a:solidFill>
                  <a:schemeClr val="bg1"/>
                </a:solidFill>
                <a:latin typeface="Arial" panose="020B0604020202020204" pitchFamily="34" charset="0"/>
                <a:cs typeface="Arial" panose="020B0604020202020204" pitchFamily="34" charset="0"/>
              </a:rPr>
              <a:t>ACCOUNTING: logs for logins, file access and changes</a:t>
            </a:r>
          </a:p>
          <a:p>
            <a:pPr>
              <a:spcAft>
                <a:spcPts val="800"/>
              </a:spcAft>
            </a:pPr>
            <a:r>
              <a:rPr lang="en-US" sz="2000" dirty="0">
                <a:solidFill>
                  <a:schemeClr val="bg1"/>
                </a:solidFill>
                <a:latin typeface="Arial" panose="020B0604020202020204" pitchFamily="34" charset="0"/>
                <a:cs typeface="Arial" panose="020B0604020202020204" pitchFamily="34" charset="0"/>
              </a:rPr>
              <a:t>Review access regularly and protect audit records</a:t>
            </a:r>
          </a:p>
          <a:p>
            <a:pPr marL="0" lvl="0" indent="0" algn="l" rtl="0">
              <a:lnSpc>
                <a:spcPct val="90000"/>
              </a:lnSpc>
              <a:spcBef>
                <a:spcPts val="0"/>
              </a:spcBef>
              <a:spcAft>
                <a:spcPts val="0"/>
              </a:spcAft>
              <a:buClr>
                <a:schemeClr val="lt1"/>
              </a:buClr>
              <a:buSzPts val="2400"/>
              <a:buNone/>
            </a:pPr>
            <a:endParaRPr dirty="0"/>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6" name="Audio 35">
            <a:extLst>
              <a:ext uri="{FF2B5EF4-FFF2-40B4-BE49-F238E27FC236}">
                <a16:creationId xmlns:a16="http://schemas.microsoft.com/office/drawing/2014/main" id="{65DF4419-400E-983F-EA94-9E66ECD5514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5422"/>
    </mc:Choice>
    <mc:Fallback>
      <p:transition spd="slow" advTm="554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Unit Testing: STD-002-CPP</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lvl="0"/>
            <a:r>
              <a:rPr lang="en-US" sz="2000" dirty="0">
                <a:latin typeface="Arial" panose="020B0604020202020204" pitchFamily="34" charset="0"/>
                <a:cs typeface="Arial" panose="020B0604020202020204" pitchFamily="34" charset="0"/>
              </a:rPr>
              <a:t>Vulnerability: Using unvalidated input</a:t>
            </a:r>
          </a:p>
          <a:p>
            <a:pPr lvl="0"/>
            <a:r>
              <a:rPr lang="en-US" sz="2000" dirty="0">
                <a:latin typeface="Arial" panose="020B0604020202020204" pitchFamily="34" charset="0"/>
                <a:cs typeface="Arial" panose="020B0604020202020204" pitchFamily="34" charset="0"/>
              </a:rPr>
              <a:t>Test method: C++ input-validation tests</a:t>
            </a:r>
          </a:p>
          <a:p>
            <a:pPr lvl="0"/>
            <a:r>
              <a:rPr lang="en-US" sz="2000" dirty="0">
                <a:latin typeface="Arial" panose="020B0604020202020204" pitchFamily="34" charset="0"/>
                <a:cs typeface="Arial" panose="020B0604020202020204" pitchFamily="34" charset="0"/>
              </a:rPr>
              <a:t>Valid range: 0–120</a:t>
            </a:r>
          </a:p>
          <a:p>
            <a:pPr lvl="0"/>
            <a:r>
              <a:rPr lang="en-US" sz="2000" dirty="0">
                <a:latin typeface="Arial" panose="020B0604020202020204" pitchFamily="34" charset="0"/>
                <a:cs typeface="Arial" panose="020B0604020202020204" pitchFamily="34" charset="0"/>
              </a:rPr>
              <a:t>Five tests: Three positive, two negative</a:t>
            </a:r>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1" name="Audio 20">
            <a:extLst>
              <a:ext uri="{FF2B5EF4-FFF2-40B4-BE49-F238E27FC236}">
                <a16:creationId xmlns:a16="http://schemas.microsoft.com/office/drawing/2014/main" id="{B78EEBB4-83BF-257F-E42C-084F2214D12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340"/>
    </mc:Choice>
    <mc:Fallback>
      <p:transition spd="slow" advTm="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3902240D-649F-F7E0-5110-86609C4C7CBD}"/>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8D21029F-22D6-5DC9-D20C-D54B79A5DC24}"/>
              </a:ext>
            </a:extLst>
          </p:cNvPr>
          <p:cNvSpPr txBox="1">
            <a:spLocks noGrp="1"/>
          </p:cNvSpPr>
          <p:nvPr>
            <p:ph type="title"/>
          </p:nvPr>
        </p:nvSpPr>
        <p:spPr>
          <a:xfrm>
            <a:off x="2895600" y="764373"/>
            <a:ext cx="8610600" cy="1293000"/>
          </a:xfrm>
          <a:prstGeom prst="rect">
            <a:avLst/>
          </a:prstGeom>
          <a:noFill/>
          <a:ln>
            <a:noFill/>
          </a:ln>
        </p:spPr>
        <p:txBody>
          <a:bodyPr spcFirstLastPara="1" wrap="square" lIns="109728" tIns="91440" rIns="91425" bIns="45700" anchor="ctr" anchorCtr="0">
            <a:noAutofit/>
          </a:bodyPr>
          <a:lstStyle/>
          <a:p>
            <a:pPr marL="0" lvl="0" indent="0" algn="r" rtl="0">
              <a:lnSpc>
                <a:spcPct val="90000"/>
              </a:lnSpc>
              <a:spcBef>
                <a:spcPts val="0"/>
              </a:spcBef>
              <a:spcAft>
                <a:spcPts val="800"/>
              </a:spcAft>
              <a:buSzPts val="1800"/>
              <a:buNone/>
            </a:pPr>
            <a:r>
              <a:rPr sz="2800" dirty="0">
                <a:solidFill>
                  <a:schemeClr val="bg1"/>
                </a:solidFill>
                <a:latin typeface="Century Gothic" panose="020B0502020202020204" pitchFamily="34" charset="0"/>
              </a:rPr>
              <a:t>TEST 1: DOES AGE 25 PASS?</a:t>
            </a:r>
            <a:endParaRPr sz="4400" dirty="0">
              <a:solidFill>
                <a:schemeClr val="bg1"/>
              </a:solidFill>
              <a:latin typeface="Century Gothic" panose="020B0502020202020204" pitchFamily="34" charset="0"/>
            </a:endParaRPr>
          </a:p>
        </p:txBody>
      </p:sp>
      <p:sp>
        <p:nvSpPr>
          <p:cNvPr id="196" name="Google Shape;196;g9504e29505_0_0">
            <a:extLst>
              <a:ext uri="{FF2B5EF4-FFF2-40B4-BE49-F238E27FC236}">
                <a16:creationId xmlns:a16="http://schemas.microsoft.com/office/drawing/2014/main" id="{E9075827-610C-F783-F92D-913012B0CCDE}"/>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109728" tIns="91440" rIns="91425" bIns="45700" anchor="t" anchorCtr="0">
            <a:noAutofit/>
          </a:bodyPr>
          <a:lstStyle/>
          <a:p>
            <a:pPr marL="0" lvl="0" indent="0" algn="l" rtl="0">
              <a:lnSpc>
                <a:spcPct val="90000"/>
              </a:lnSpc>
              <a:spcBef>
                <a:spcPts val="1000"/>
              </a:spcBef>
              <a:spcAft>
                <a:spcPts val="800"/>
              </a:spcAft>
              <a:buSzPts val="1800"/>
              <a:buNone/>
            </a:pPr>
            <a:r>
              <a:rPr sz="2000" dirty="0">
                <a:solidFill>
                  <a:schemeClr val="bg1"/>
                </a:solidFill>
                <a:latin typeface="Arial"/>
              </a:rPr>
              <a:t>STD-002</a:t>
            </a:r>
            <a:r>
              <a:rPr lang="en-US" sz="2000" dirty="0">
                <a:solidFill>
                  <a:schemeClr val="bg1"/>
                </a:solidFill>
                <a:latin typeface="Arial"/>
              </a:rPr>
              <a:t>-CPP</a:t>
            </a:r>
            <a:r>
              <a:rPr sz="2000" dirty="0">
                <a:solidFill>
                  <a:schemeClr val="bg1"/>
                </a:solidFill>
                <a:latin typeface="Arial"/>
              </a:rPr>
              <a:t>: VALIDATE DATA VALUES BEFORE USE</a:t>
            </a:r>
            <a:endParaRPr sz="2000" dirty="0">
              <a:solidFill>
                <a:schemeClr val="bg1"/>
              </a:solidFill>
            </a:endParaRPr>
          </a:p>
          <a:p>
            <a:pPr>
              <a:spcAft>
                <a:spcPts val="800"/>
              </a:spcAft>
            </a:pPr>
            <a:r>
              <a:rPr sz="2000" dirty="0">
                <a:solidFill>
                  <a:schemeClr val="bg1"/>
                </a:solidFill>
                <a:latin typeface="Arial"/>
              </a:rPr>
              <a:t>Input: 25</a:t>
            </a:r>
          </a:p>
          <a:p>
            <a:pPr>
              <a:spcAft>
                <a:spcPts val="800"/>
              </a:spcAft>
            </a:pPr>
            <a:r>
              <a:rPr sz="2000" dirty="0">
                <a:solidFill>
                  <a:schemeClr val="bg1"/>
                </a:solidFill>
                <a:latin typeface="Arial"/>
              </a:rPr>
              <a:t>Expected: ACCEPT / Age: 25</a:t>
            </a:r>
          </a:p>
          <a:p>
            <a:pPr>
              <a:spcAft>
                <a:spcPts val="800"/>
              </a:spcAft>
            </a:pPr>
            <a:r>
              <a:rPr sz="2000" dirty="0">
                <a:solidFill>
                  <a:schemeClr val="bg1"/>
                </a:solidFill>
                <a:latin typeface="Arial"/>
              </a:rPr>
              <a:t>Observed in demonstration: PASS</a:t>
            </a:r>
          </a:p>
          <a:p>
            <a:pPr>
              <a:spcAft>
                <a:spcPts val="800"/>
              </a:spcAft>
            </a:pPr>
            <a:r>
              <a:rPr sz="2000" dirty="0">
                <a:solidFill>
                  <a:schemeClr val="bg1"/>
                </a:solidFill>
                <a:latin typeface="Arial"/>
              </a:rPr>
              <a:t>Positive test: valid middle-of-range age</a:t>
            </a:r>
          </a:p>
        </p:txBody>
      </p:sp>
      <p:pic>
        <p:nvPicPr>
          <p:cNvPr id="197" name="Google Shape;197;g9504e29505_0_0" descr="Green Pace logo">
            <a:extLst>
              <a:ext uri="{FF2B5EF4-FFF2-40B4-BE49-F238E27FC236}">
                <a16:creationId xmlns:a16="http://schemas.microsoft.com/office/drawing/2014/main" id="{01380EAD-42BF-DA97-E1A9-1A0784686167}"/>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9" name="Audio 8">
            <a:extLst>
              <a:ext uri="{FF2B5EF4-FFF2-40B4-BE49-F238E27FC236}">
                <a16:creationId xmlns:a16="http://schemas.microsoft.com/office/drawing/2014/main" id="{5C9BE369-6792-9E15-9490-93CABEBB495B}"/>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458585952"/>
      </p:ext>
    </p:extLst>
  </p:cSld>
  <p:clrMapOvr>
    <a:masterClrMapping/>
  </p:clrMapOvr>
  <mc:AlternateContent xmlns:mc="http://schemas.openxmlformats.org/markup-compatibility/2006">
    <mc:Choice xmlns:p14="http://schemas.microsoft.com/office/powerpoint/2010/main" Requires="p14">
      <p:transition spd="slow" p14:dur="2000" advTm="35440"/>
    </mc:Choice>
    <mc:Fallback>
      <p:transition spd="slow" advTm="35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109728" tIns="91440" rIns="91425" bIns="45700" anchor="ctr" anchorCtr="0">
            <a:noAutofit/>
          </a:bodyPr>
          <a:lstStyle/>
          <a:p>
            <a:pPr>
              <a:spcAft>
                <a:spcPts val="800"/>
              </a:spcAft>
            </a:pPr>
            <a:r>
              <a:rPr lang="en-US" sz="2800" dirty="0">
                <a:solidFill>
                  <a:schemeClr val="bg1"/>
                </a:solidFill>
                <a:latin typeface="Century Gothic" panose="020B0502020202020204" pitchFamily="34" charset="0"/>
              </a:rPr>
              <a:t>TEST 2: DOES AGE 0 PASS?</a:t>
            </a: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109728" tIns="91440" rIns="91425" bIns="45700" anchor="t" anchorCtr="0">
            <a:noAutofit/>
          </a:bodyPr>
          <a:lstStyle/>
          <a:p>
            <a:pPr marL="114300" indent="0">
              <a:spcAft>
                <a:spcPts val="800"/>
              </a:spcAft>
              <a:buNone/>
            </a:pPr>
            <a:r>
              <a:rPr lang="en-US" sz="2000" dirty="0">
                <a:solidFill>
                  <a:schemeClr val="bg1"/>
                </a:solidFill>
                <a:latin typeface="Arial"/>
              </a:rPr>
              <a:t>STD-002-CPP: VALIDATE DATA VALUES BEFORE USE</a:t>
            </a:r>
          </a:p>
          <a:p>
            <a:pPr>
              <a:spcAft>
                <a:spcPts val="800"/>
              </a:spcAft>
            </a:pPr>
            <a:r>
              <a:rPr lang="en-US" sz="2000" dirty="0">
                <a:solidFill>
                  <a:schemeClr val="bg1"/>
                </a:solidFill>
                <a:latin typeface="Arial"/>
              </a:rPr>
              <a:t>Input: 0 | Expected: ACCEPT / Age: 0</a:t>
            </a:r>
          </a:p>
          <a:p>
            <a:pPr>
              <a:spcAft>
                <a:spcPts val="800"/>
              </a:spcAft>
            </a:pPr>
            <a:r>
              <a:rPr lang="en-US" sz="2000" dirty="0">
                <a:solidFill>
                  <a:schemeClr val="bg1"/>
                </a:solidFill>
                <a:latin typeface="Arial"/>
              </a:rPr>
              <a:t>Observed in demonstration: PASS</a:t>
            </a:r>
          </a:p>
          <a:p>
            <a:pPr>
              <a:spcAft>
                <a:spcPts val="800"/>
              </a:spcAft>
            </a:pPr>
            <a:r>
              <a:rPr lang="en-US" sz="2000" dirty="0">
                <a:solidFill>
                  <a:schemeClr val="bg1"/>
                </a:solidFill>
                <a:latin typeface="Arial"/>
              </a:rPr>
              <a:t>Positive test: lower boundary</a:t>
            </a:r>
          </a:p>
          <a:p>
            <a:pPr>
              <a:spcAft>
                <a:spcPts val="800"/>
              </a:spcAft>
            </a:pPr>
            <a:r>
              <a:rPr lang="en-US" sz="2000" dirty="0">
                <a:solidFill>
                  <a:schemeClr val="bg1"/>
                </a:solidFill>
                <a:latin typeface="Arial"/>
              </a:rPr>
              <a:t>All five cases were executed in a small C++ console demonstration.</a:t>
            </a:r>
          </a:p>
          <a:p>
            <a:pPr marL="0" lvl="0" indent="0" algn="l" rtl="0">
              <a:lnSpc>
                <a:spcPct val="90000"/>
              </a:lnSpc>
              <a:spcBef>
                <a:spcPts val="1000"/>
              </a:spcBef>
              <a:spcAft>
                <a:spcPts val="800"/>
              </a:spcAft>
              <a:buSzPts val="1800"/>
              <a:buNone/>
            </a:pPr>
            <a:endParaRPr sz="2000" dirty="0">
              <a:solidFill>
                <a:schemeClr val="bg1"/>
              </a:solidFill>
              <a:latin typeface="Arial"/>
            </a:endParaRPr>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194515E5-ED6E-0C2C-3A2D-3CDD38823F5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6560"/>
    </mc:Choice>
    <mc:Fallback>
      <p:transition spd="slow" advTm="36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9405FB39-4261-C2F0-10FD-D2C647DD458F}"/>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9514FC9F-BCB4-5914-B2A9-011925ECA4EF}"/>
              </a:ext>
            </a:extLst>
          </p:cNvPr>
          <p:cNvSpPr txBox="1">
            <a:spLocks noGrp="1"/>
          </p:cNvSpPr>
          <p:nvPr>
            <p:ph type="title"/>
          </p:nvPr>
        </p:nvSpPr>
        <p:spPr>
          <a:xfrm>
            <a:off x="2895600" y="764373"/>
            <a:ext cx="8610600" cy="1293000"/>
          </a:xfrm>
          <a:prstGeom prst="rect">
            <a:avLst/>
          </a:prstGeom>
          <a:noFill/>
          <a:ln>
            <a:noFill/>
          </a:ln>
        </p:spPr>
        <p:txBody>
          <a:bodyPr spcFirstLastPara="1" wrap="square" lIns="109728" tIns="91440" rIns="91425" bIns="45700" anchor="ctr" anchorCtr="0">
            <a:noAutofit/>
          </a:bodyPr>
          <a:lstStyle/>
          <a:p>
            <a:pPr>
              <a:spcAft>
                <a:spcPts val="800"/>
              </a:spcAft>
            </a:pPr>
            <a:r>
              <a:rPr lang="en-US" sz="2800" dirty="0">
                <a:solidFill>
                  <a:schemeClr val="bg1"/>
                </a:solidFill>
                <a:latin typeface="Century Gothic" panose="020B0502020202020204" pitchFamily="34" charset="0"/>
              </a:rPr>
              <a:t>TEST 3: DOES AGE 120 PASS?</a:t>
            </a:r>
          </a:p>
        </p:txBody>
      </p:sp>
      <p:sp>
        <p:nvSpPr>
          <p:cNvPr id="196" name="Google Shape;196;g9504e29505_0_0">
            <a:extLst>
              <a:ext uri="{FF2B5EF4-FFF2-40B4-BE49-F238E27FC236}">
                <a16:creationId xmlns:a16="http://schemas.microsoft.com/office/drawing/2014/main" id="{45116971-765A-7BA3-D2F2-33F960DF57E7}"/>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109728" tIns="91440" rIns="91425" bIns="45700" anchor="t" anchorCtr="0">
            <a:noAutofit/>
          </a:bodyPr>
          <a:lstStyle/>
          <a:p>
            <a:pPr marL="114300" indent="0">
              <a:spcAft>
                <a:spcPts val="800"/>
              </a:spcAft>
              <a:buNone/>
            </a:pPr>
            <a:r>
              <a:rPr lang="en-US" sz="2000" dirty="0">
                <a:solidFill>
                  <a:schemeClr val="bg1"/>
                </a:solidFill>
                <a:latin typeface="Arial"/>
              </a:rPr>
              <a:t>STD-002-CPP: VALIDATE DATA VALUES BEFORE USE</a:t>
            </a:r>
          </a:p>
          <a:p>
            <a:pPr>
              <a:spcAft>
                <a:spcPts val="800"/>
              </a:spcAft>
            </a:pPr>
            <a:r>
              <a:rPr lang="en-US" sz="2000" dirty="0">
                <a:solidFill>
                  <a:schemeClr val="bg1"/>
                </a:solidFill>
                <a:latin typeface="Arial"/>
              </a:rPr>
              <a:t>Input: 120 | Expected: ACCEPT / Age: 120</a:t>
            </a:r>
          </a:p>
          <a:p>
            <a:pPr>
              <a:spcAft>
                <a:spcPts val="800"/>
              </a:spcAft>
            </a:pPr>
            <a:r>
              <a:rPr lang="en-US" sz="2000" dirty="0">
                <a:solidFill>
                  <a:schemeClr val="bg1"/>
                </a:solidFill>
                <a:latin typeface="Arial"/>
              </a:rPr>
              <a:t>Observed in demonstration: PASS</a:t>
            </a:r>
          </a:p>
          <a:p>
            <a:pPr>
              <a:spcAft>
                <a:spcPts val="800"/>
              </a:spcAft>
            </a:pPr>
            <a:r>
              <a:rPr lang="en-US" sz="2000" dirty="0">
                <a:solidFill>
                  <a:schemeClr val="bg1"/>
                </a:solidFill>
                <a:latin typeface="Arial"/>
              </a:rPr>
              <a:t>Positive test: upper boundary</a:t>
            </a:r>
          </a:p>
          <a:p>
            <a:pPr>
              <a:spcAft>
                <a:spcPts val="800"/>
              </a:spcAft>
            </a:pPr>
            <a:r>
              <a:rPr lang="en-US" sz="2000" dirty="0">
                <a:solidFill>
                  <a:schemeClr val="bg1"/>
                </a:solidFill>
                <a:latin typeface="Arial"/>
              </a:rPr>
              <a:t>All five cases were executed in a small C++ console demonstration.</a:t>
            </a:r>
          </a:p>
          <a:p>
            <a:pPr marL="0" lvl="0" indent="0" algn="l" rtl="0">
              <a:lnSpc>
                <a:spcPct val="90000"/>
              </a:lnSpc>
              <a:spcBef>
                <a:spcPts val="1000"/>
              </a:spcBef>
              <a:spcAft>
                <a:spcPts val="800"/>
              </a:spcAft>
              <a:buSzPts val="1800"/>
              <a:buNone/>
            </a:pPr>
            <a:endParaRPr sz="2000" dirty="0">
              <a:solidFill>
                <a:schemeClr val="bg1"/>
              </a:solidFill>
              <a:latin typeface="Arial"/>
            </a:endParaRPr>
          </a:p>
        </p:txBody>
      </p:sp>
      <p:pic>
        <p:nvPicPr>
          <p:cNvPr id="197" name="Google Shape;197;g9504e29505_0_0" descr="Green Pace logo">
            <a:extLst>
              <a:ext uri="{FF2B5EF4-FFF2-40B4-BE49-F238E27FC236}">
                <a16:creationId xmlns:a16="http://schemas.microsoft.com/office/drawing/2014/main" id="{D5AF3C07-C75A-17A5-7FDD-1F29E406BADB}"/>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0" name="Audio 9">
            <a:extLst>
              <a:ext uri="{FF2B5EF4-FFF2-40B4-BE49-F238E27FC236}">
                <a16:creationId xmlns:a16="http://schemas.microsoft.com/office/drawing/2014/main" id="{51D1D221-E0FA-64B8-6E28-DBF17668AB0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557887148"/>
      </p:ext>
    </p:extLst>
  </p:cSld>
  <p:clrMapOvr>
    <a:masterClrMapping/>
  </p:clrMapOvr>
  <mc:AlternateContent xmlns:mc="http://schemas.openxmlformats.org/markup-compatibility/2006">
    <mc:Choice xmlns:p14="http://schemas.microsoft.com/office/powerpoint/2010/main" Requires="p14">
      <p:transition spd="slow" p14:dur="2000" advTm="38860"/>
    </mc:Choice>
    <mc:Fallback>
      <p:transition spd="slow" advTm="38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32A40ED4-CC0E-439B-F925-B6DA7867C2CE}"/>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5D7D31E-67BB-63E4-681D-1113174FF09B}"/>
              </a:ext>
            </a:extLst>
          </p:cNvPr>
          <p:cNvSpPr txBox="1">
            <a:spLocks noGrp="1"/>
          </p:cNvSpPr>
          <p:nvPr>
            <p:ph type="title"/>
          </p:nvPr>
        </p:nvSpPr>
        <p:spPr>
          <a:xfrm>
            <a:off x="2895600" y="764373"/>
            <a:ext cx="8610600" cy="1293000"/>
          </a:xfrm>
          <a:prstGeom prst="rect">
            <a:avLst/>
          </a:prstGeom>
          <a:noFill/>
          <a:ln>
            <a:noFill/>
          </a:ln>
        </p:spPr>
        <p:txBody>
          <a:bodyPr spcFirstLastPara="1" wrap="square" lIns="109728" tIns="91440" rIns="91425" bIns="45700" anchor="ctr" anchorCtr="0">
            <a:noAutofit/>
          </a:bodyPr>
          <a:lstStyle/>
          <a:p>
            <a:pPr>
              <a:spcAft>
                <a:spcPts val="800"/>
              </a:spcAft>
            </a:pPr>
            <a:r>
              <a:rPr lang="en-US" sz="2800" dirty="0">
                <a:solidFill>
                  <a:schemeClr val="bg1"/>
                </a:solidFill>
                <a:latin typeface="Century Gothic" panose="020B0502020202020204" pitchFamily="34" charset="0"/>
              </a:rPr>
              <a:t>TEST 4: IS AGE -1 REJECTED?</a:t>
            </a:r>
          </a:p>
        </p:txBody>
      </p:sp>
      <p:sp>
        <p:nvSpPr>
          <p:cNvPr id="196" name="Google Shape;196;g9504e29505_0_0">
            <a:extLst>
              <a:ext uri="{FF2B5EF4-FFF2-40B4-BE49-F238E27FC236}">
                <a16:creationId xmlns:a16="http://schemas.microsoft.com/office/drawing/2014/main" id="{55CF308F-06E5-34BF-2B17-D1537492E2DE}"/>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109728" tIns="91440" rIns="91425" bIns="45700" anchor="t" anchorCtr="0">
            <a:noAutofit/>
          </a:bodyPr>
          <a:lstStyle/>
          <a:p>
            <a:pPr marL="114300" indent="0">
              <a:spcAft>
                <a:spcPts val="800"/>
              </a:spcAft>
              <a:buNone/>
            </a:pPr>
            <a:r>
              <a:rPr lang="en-US" sz="2000" dirty="0">
                <a:solidFill>
                  <a:schemeClr val="bg1"/>
                </a:solidFill>
                <a:latin typeface="Arial"/>
              </a:rPr>
              <a:t>STD-002-CPP: VALIDATE DATA VALUES BEFORE USE</a:t>
            </a:r>
          </a:p>
          <a:p>
            <a:pPr>
              <a:spcAft>
                <a:spcPts val="800"/>
              </a:spcAft>
            </a:pPr>
            <a:r>
              <a:rPr lang="en-US" sz="2000" dirty="0">
                <a:solidFill>
                  <a:schemeClr val="bg1"/>
                </a:solidFill>
                <a:latin typeface="Arial"/>
              </a:rPr>
              <a:t>Input: -1 | Expected: REJECT / Invalid age</a:t>
            </a:r>
          </a:p>
          <a:p>
            <a:pPr>
              <a:spcAft>
                <a:spcPts val="800"/>
              </a:spcAft>
            </a:pPr>
            <a:r>
              <a:rPr lang="en-US" sz="2000" dirty="0">
                <a:solidFill>
                  <a:schemeClr val="bg1"/>
                </a:solidFill>
                <a:latin typeface="Arial"/>
              </a:rPr>
              <a:t>Observed in demonstration: PASS</a:t>
            </a:r>
          </a:p>
          <a:p>
            <a:pPr>
              <a:spcAft>
                <a:spcPts val="800"/>
              </a:spcAft>
            </a:pPr>
            <a:r>
              <a:rPr lang="en-US" sz="2000" dirty="0">
                <a:solidFill>
                  <a:schemeClr val="bg1"/>
                </a:solidFill>
                <a:latin typeface="Arial"/>
              </a:rPr>
              <a:t>Negative test: below minimum</a:t>
            </a:r>
          </a:p>
          <a:p>
            <a:pPr>
              <a:spcAft>
                <a:spcPts val="800"/>
              </a:spcAft>
            </a:pPr>
            <a:r>
              <a:rPr lang="en-US" sz="2000" dirty="0">
                <a:solidFill>
                  <a:schemeClr val="bg1"/>
                </a:solidFill>
                <a:latin typeface="Arial"/>
              </a:rPr>
              <a:t>All five cases were executed in a small C++ console demonstration.</a:t>
            </a:r>
          </a:p>
        </p:txBody>
      </p:sp>
      <p:pic>
        <p:nvPicPr>
          <p:cNvPr id="197" name="Google Shape;197;g9504e29505_0_0" descr="Green Pace logo">
            <a:extLst>
              <a:ext uri="{FF2B5EF4-FFF2-40B4-BE49-F238E27FC236}">
                <a16:creationId xmlns:a16="http://schemas.microsoft.com/office/drawing/2014/main" id="{18F6D377-ADA9-E075-F4FE-74F08480CEE1}"/>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9" name="Audio 8">
            <a:extLst>
              <a:ext uri="{FF2B5EF4-FFF2-40B4-BE49-F238E27FC236}">
                <a16:creationId xmlns:a16="http://schemas.microsoft.com/office/drawing/2014/main" id="{2C394BD4-E34B-0AB6-E168-4EDB3CAA688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383619557"/>
      </p:ext>
    </p:extLst>
  </p:cSld>
  <p:clrMapOvr>
    <a:masterClrMapping/>
  </p:clrMapOvr>
  <mc:AlternateContent xmlns:mc="http://schemas.openxmlformats.org/markup-compatibility/2006">
    <mc:Choice xmlns:p14="http://schemas.microsoft.com/office/powerpoint/2010/main" Requires="p14">
      <p:transition spd="slow" p14:dur="2000" advTm="38660"/>
    </mc:Choice>
    <mc:Fallback>
      <p:transition spd="slow" advTm="3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718A500-E1F6-2995-60F1-CFA2C3890B08}"/>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9167EAE3-439B-8792-C644-1EF7E4016A04}"/>
              </a:ext>
            </a:extLst>
          </p:cNvPr>
          <p:cNvSpPr txBox="1">
            <a:spLocks noGrp="1"/>
          </p:cNvSpPr>
          <p:nvPr>
            <p:ph type="title"/>
          </p:nvPr>
        </p:nvSpPr>
        <p:spPr>
          <a:xfrm>
            <a:off x="2895600" y="764373"/>
            <a:ext cx="8610600" cy="1293000"/>
          </a:xfrm>
          <a:prstGeom prst="rect">
            <a:avLst/>
          </a:prstGeom>
          <a:noFill/>
          <a:ln>
            <a:noFill/>
          </a:ln>
        </p:spPr>
        <p:txBody>
          <a:bodyPr spcFirstLastPara="1" wrap="square" lIns="109728" tIns="91440" rIns="91425" bIns="45700" anchor="ctr" anchorCtr="0">
            <a:noAutofit/>
          </a:bodyPr>
          <a:lstStyle/>
          <a:p>
            <a:pPr>
              <a:spcAft>
                <a:spcPts val="800"/>
              </a:spcAft>
            </a:pPr>
            <a:r>
              <a:rPr lang="en-US" sz="2800" dirty="0">
                <a:solidFill>
                  <a:schemeClr val="bg1"/>
                </a:solidFill>
                <a:latin typeface="Century Gothic" panose="020B0502020202020204" pitchFamily="34" charset="0"/>
              </a:rPr>
              <a:t>TEST 5: IS AGE 121 REJECTED?</a:t>
            </a:r>
          </a:p>
        </p:txBody>
      </p:sp>
      <p:sp>
        <p:nvSpPr>
          <p:cNvPr id="196" name="Google Shape;196;g9504e29505_0_0">
            <a:extLst>
              <a:ext uri="{FF2B5EF4-FFF2-40B4-BE49-F238E27FC236}">
                <a16:creationId xmlns:a16="http://schemas.microsoft.com/office/drawing/2014/main" id="{7832CDD1-F0BC-75A4-F2F6-39B72B195124}"/>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109728" tIns="91440" rIns="91425" bIns="45700" anchor="t" anchorCtr="0">
            <a:noAutofit/>
          </a:bodyPr>
          <a:lstStyle/>
          <a:p>
            <a:pPr marL="114300" indent="0">
              <a:spcAft>
                <a:spcPts val="800"/>
              </a:spcAft>
              <a:buNone/>
            </a:pPr>
            <a:r>
              <a:rPr lang="en-US" sz="2000" dirty="0">
                <a:solidFill>
                  <a:schemeClr val="bg1"/>
                </a:solidFill>
                <a:latin typeface="Arial"/>
              </a:rPr>
              <a:t>STD-002-CPP: VALIDATE DATA VALUES BEFORE USE</a:t>
            </a:r>
          </a:p>
          <a:p>
            <a:pPr>
              <a:spcAft>
                <a:spcPts val="800"/>
              </a:spcAft>
            </a:pPr>
            <a:r>
              <a:rPr lang="en-US" sz="2000" dirty="0">
                <a:solidFill>
                  <a:schemeClr val="bg1"/>
                </a:solidFill>
                <a:latin typeface="Arial"/>
              </a:rPr>
              <a:t>Input: 121 | Expected: REJECT / Invalid age</a:t>
            </a:r>
          </a:p>
          <a:p>
            <a:pPr>
              <a:spcAft>
                <a:spcPts val="800"/>
              </a:spcAft>
            </a:pPr>
            <a:r>
              <a:rPr lang="en-US" sz="2000" dirty="0">
                <a:solidFill>
                  <a:schemeClr val="bg1"/>
                </a:solidFill>
                <a:latin typeface="Arial"/>
              </a:rPr>
              <a:t>Observed in demonstration: PASS</a:t>
            </a:r>
          </a:p>
          <a:p>
            <a:pPr>
              <a:spcAft>
                <a:spcPts val="800"/>
              </a:spcAft>
            </a:pPr>
            <a:r>
              <a:rPr lang="en-US" sz="2000" dirty="0">
                <a:solidFill>
                  <a:schemeClr val="bg1"/>
                </a:solidFill>
                <a:latin typeface="Arial"/>
              </a:rPr>
              <a:t>Negative test: above maximum</a:t>
            </a:r>
          </a:p>
          <a:p>
            <a:pPr>
              <a:spcAft>
                <a:spcPts val="800"/>
              </a:spcAft>
            </a:pPr>
            <a:r>
              <a:rPr lang="en-US" sz="2000" dirty="0">
                <a:solidFill>
                  <a:schemeClr val="bg1"/>
                </a:solidFill>
                <a:latin typeface="Arial"/>
              </a:rPr>
              <a:t>All five cases were executed in a small C++ console demonstration.</a:t>
            </a:r>
          </a:p>
        </p:txBody>
      </p:sp>
      <p:pic>
        <p:nvPicPr>
          <p:cNvPr id="197" name="Google Shape;197;g9504e29505_0_0" descr="Green Pace logo">
            <a:extLst>
              <a:ext uri="{FF2B5EF4-FFF2-40B4-BE49-F238E27FC236}">
                <a16:creationId xmlns:a16="http://schemas.microsoft.com/office/drawing/2014/main" id="{22DA1C04-740C-9A1E-5F03-D32A5DDFF2A3}"/>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ED9C418E-3198-D42D-BA8C-FF035650806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811513831"/>
      </p:ext>
    </p:extLst>
  </p:cSld>
  <p:clrMapOvr>
    <a:masterClrMapping/>
  </p:clrMapOvr>
  <mc:AlternateContent xmlns:mc="http://schemas.openxmlformats.org/markup-compatibility/2006">
    <mc:Choice xmlns:p14="http://schemas.microsoft.com/office/powerpoint/2010/main" Requires="p14">
      <p:transition spd="slow" p14:dur="2000" advTm="43042"/>
    </mc:Choice>
    <mc:Fallback>
      <p:transition spd="slow" advTm="430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381598" y="2057401"/>
            <a:ext cx="7428804" cy="3756004"/>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64B461C5-F5B0-6B17-45D3-B57FF6D0702E}"/>
              </a:ext>
            </a:extLst>
          </p:cNvPr>
          <p:cNvSpPr txBox="1"/>
          <p:nvPr/>
        </p:nvSpPr>
        <p:spPr>
          <a:xfrm>
            <a:off x="221325" y="5870489"/>
            <a:ext cx="10515600" cy="446276"/>
          </a:xfrm>
          <a:prstGeom prst="rect">
            <a:avLst/>
          </a:prstGeom>
          <a:noFill/>
        </p:spPr>
        <p:txBody>
          <a:bodyPr wrap="square" lIns="109728" tIns="91440">
            <a:spAutoFit/>
          </a:bodyPr>
          <a:lstStyle/>
          <a:p>
            <a:pPr>
              <a:spcAft>
                <a:spcPts val="800"/>
              </a:spcAft>
            </a:pPr>
            <a:r>
              <a:rPr sz="2000" dirty="0">
                <a:solidFill>
                  <a:schemeClr val="bg1"/>
                </a:solidFill>
                <a:latin typeface="Arial"/>
              </a:rPr>
              <a:t>Plan → Code → Build → Verify/Test → Deploy → Monitor → Respond</a:t>
            </a:r>
          </a:p>
        </p:txBody>
      </p:sp>
      <p:pic>
        <p:nvPicPr>
          <p:cNvPr id="7" name="Audio 6">
            <a:extLst>
              <a:ext uri="{FF2B5EF4-FFF2-40B4-BE49-F238E27FC236}">
                <a16:creationId xmlns:a16="http://schemas.microsoft.com/office/drawing/2014/main" id="{335442A2-A321-ED2B-0CDE-17AAEB3FDBC8}"/>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6542"/>
    </mc:Choice>
    <mc:Fallback>
      <p:transition spd="slow" advTm="565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spcAft>
                <a:spcPts val="800"/>
              </a:spcAft>
            </a:pPr>
            <a:r>
              <a:rPr lang="en-US" sz="2000" dirty="0">
                <a:solidFill>
                  <a:schemeClr val="bg1"/>
                </a:solidFill>
                <a:latin typeface="Arial"/>
              </a:rPr>
              <a:t>BUILD: Visual Studio C++ warnings / C4244</a:t>
            </a:r>
          </a:p>
          <a:p>
            <a:pPr>
              <a:spcAft>
                <a:spcPts val="800"/>
              </a:spcAft>
            </a:pPr>
            <a:r>
              <a:rPr lang="en-US" sz="2000" dirty="0">
                <a:solidFill>
                  <a:schemeClr val="bg1"/>
                </a:solidFill>
                <a:latin typeface="Arial"/>
              </a:rPr>
              <a:t>ANALYZE: VS C6201, C6386, C26451; </a:t>
            </a:r>
            <a:r>
              <a:rPr lang="en-US" sz="2000" dirty="0" err="1">
                <a:solidFill>
                  <a:schemeClr val="bg1"/>
                </a:solidFill>
                <a:latin typeface="Arial"/>
              </a:rPr>
              <a:t>Cppcheck</a:t>
            </a:r>
            <a:endParaRPr lang="en-US" sz="2000" dirty="0">
              <a:solidFill>
                <a:schemeClr val="bg1"/>
              </a:solidFill>
              <a:latin typeface="Arial"/>
            </a:endParaRPr>
          </a:p>
          <a:p>
            <a:pPr>
              <a:spcAft>
                <a:spcPts val="800"/>
              </a:spcAft>
            </a:pPr>
            <a:r>
              <a:rPr lang="en-US" sz="2000" dirty="0">
                <a:solidFill>
                  <a:schemeClr val="bg1"/>
                </a:solidFill>
                <a:latin typeface="Arial"/>
              </a:rPr>
              <a:t>DATABASE: proposed custom </a:t>
            </a:r>
            <a:r>
              <a:rPr lang="en-US" sz="2000" dirty="0" err="1">
                <a:solidFill>
                  <a:schemeClr val="bg1"/>
                </a:solidFill>
                <a:latin typeface="Arial"/>
              </a:rPr>
              <a:t>Semgrep</a:t>
            </a:r>
            <a:r>
              <a:rPr lang="en-US" sz="2000" dirty="0">
                <a:solidFill>
                  <a:schemeClr val="bg1"/>
                </a:solidFill>
                <a:latin typeface="Arial"/>
              </a:rPr>
              <a:t> SQL rule</a:t>
            </a:r>
          </a:p>
          <a:p>
            <a:pPr>
              <a:spcAft>
                <a:spcPts val="800"/>
              </a:spcAft>
            </a:pPr>
            <a:r>
              <a:rPr lang="en-US" sz="2000" dirty="0">
                <a:solidFill>
                  <a:schemeClr val="bg1"/>
                </a:solidFill>
                <a:latin typeface="Arial"/>
              </a:rPr>
              <a:t>TEST: unit tests on code changes and CI builds</a:t>
            </a:r>
          </a:p>
          <a:p>
            <a:pPr>
              <a:spcAft>
                <a:spcPts val="800"/>
              </a:spcAft>
            </a:pPr>
            <a:r>
              <a:rPr lang="en-US" sz="2000" dirty="0">
                <a:solidFill>
                  <a:schemeClr val="bg1"/>
                </a:solidFill>
                <a:latin typeface="Arial"/>
              </a:rPr>
              <a:t>OPERATE: logs, firewall, monitoring</a:t>
            </a:r>
          </a:p>
          <a:p>
            <a:pPr marL="457200" lvl="1" indent="0" algn="l" rtl="0">
              <a:lnSpc>
                <a:spcPct val="90000"/>
              </a:lnSpc>
              <a:spcBef>
                <a:spcPts val="0"/>
              </a:spcBef>
              <a:spcAft>
                <a:spcPts val="0"/>
              </a:spcAft>
              <a:buClr>
                <a:schemeClr val="lt1"/>
              </a:buClr>
              <a:buSzPts val="2000"/>
              <a:buNone/>
            </a:pPr>
            <a:endParaRPr sz="1400" dirty="0">
              <a:solidFill>
                <a:schemeClr val="bg1"/>
              </a:solidFill>
            </a:endParaRPr>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0" name="Audio 19">
            <a:extLst>
              <a:ext uri="{FF2B5EF4-FFF2-40B4-BE49-F238E27FC236}">
                <a16:creationId xmlns:a16="http://schemas.microsoft.com/office/drawing/2014/main" id="{154C3A5E-8381-DF64-62F3-A6013B554B04}"/>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9846"/>
    </mc:Choice>
    <mc:Fallback>
      <p:transition spd="slow" advTm="598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spcAft>
                <a:spcPts val="800"/>
              </a:spcAft>
              <a:buSzPts val="2000"/>
            </a:pPr>
            <a:r>
              <a:rPr lang="en-US" sz="2000" dirty="0">
                <a:solidFill>
                  <a:schemeClr val="bg1"/>
                </a:solidFill>
                <a:latin typeface="Arial"/>
              </a:rPr>
              <a:t>ACT NOW: prevent exposure, avoid expensive recovery</a:t>
            </a:r>
            <a:endParaRPr lang="en-US" sz="2000" dirty="0">
              <a:solidFill>
                <a:schemeClr val="bg1"/>
              </a:solidFill>
            </a:endParaRPr>
          </a:p>
          <a:p>
            <a:pPr marL="228600" indent="-228600">
              <a:spcAft>
                <a:spcPts val="800"/>
              </a:spcAft>
              <a:buSzPts val="2000"/>
            </a:pPr>
            <a:r>
              <a:rPr lang="en-US" sz="2000" dirty="0">
                <a:solidFill>
                  <a:schemeClr val="bg1"/>
                </a:solidFill>
                <a:latin typeface="Arial"/>
              </a:rPr>
              <a:t>WAIT: higher chance of data loss, downtime and distrust</a:t>
            </a:r>
          </a:p>
          <a:p>
            <a:pPr marL="228600" indent="-228600">
              <a:spcAft>
                <a:spcPts val="800"/>
              </a:spcAft>
              <a:buSzPts val="2000"/>
            </a:pPr>
            <a:r>
              <a:rPr lang="en-US" sz="2000" dirty="0">
                <a:solidFill>
                  <a:schemeClr val="bg1"/>
                </a:solidFill>
                <a:latin typeface="Arial"/>
              </a:rPr>
              <a:t>FIRST: Levels 5 → 4 → 3, based on risk</a:t>
            </a:r>
          </a:p>
          <a:p>
            <a:pPr marL="228600" indent="-228600">
              <a:spcAft>
                <a:spcPts val="800"/>
              </a:spcAft>
              <a:buSzPts val="2000"/>
            </a:pPr>
            <a:r>
              <a:rPr lang="en-US" sz="2000" dirty="0">
                <a:solidFill>
                  <a:schemeClr val="bg1"/>
                </a:solidFill>
                <a:latin typeface="Arial"/>
              </a:rPr>
              <a:t>TRADEOFF: setup, tests and maintenance take time</a:t>
            </a:r>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8" name="Audio 7">
            <a:extLst>
              <a:ext uri="{FF2B5EF4-FFF2-40B4-BE49-F238E27FC236}">
                <a16:creationId xmlns:a16="http://schemas.microsoft.com/office/drawing/2014/main" id="{825928F5-52D4-4852-B09C-1BB95BC91CD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2412"/>
    </mc:Choice>
    <mc:Fallback>
      <p:transition spd="slow" advTm="624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spcAft>
                <a:spcPts val="800"/>
              </a:spcAft>
            </a:pPr>
            <a:r>
              <a:rPr lang="en-US" sz="2000" dirty="0">
                <a:solidFill>
                  <a:schemeClr val="bg1"/>
                </a:solidFill>
                <a:latin typeface="Arial" panose="020B0604020202020204" pitchFamily="34" charset="0"/>
                <a:cs typeface="Arial" panose="020B0604020202020204" pitchFamily="34" charset="0"/>
              </a:rPr>
              <a:t>Block releases with unresolved critical findings </a:t>
            </a:r>
          </a:p>
          <a:p>
            <a:pPr>
              <a:spcAft>
                <a:spcPts val="800"/>
              </a:spcAft>
            </a:pPr>
            <a:r>
              <a:rPr lang="en-US" sz="2000" dirty="0">
                <a:solidFill>
                  <a:schemeClr val="bg1"/>
                </a:solidFill>
                <a:latin typeface="Arial" panose="020B0604020202020204" pitchFamily="34" charset="0"/>
                <a:cs typeface="Arial" panose="020B0604020202020204" pitchFamily="34" charset="0"/>
              </a:rPr>
              <a:t>Require automated checks on each code change</a:t>
            </a:r>
          </a:p>
          <a:p>
            <a:pPr>
              <a:spcAft>
                <a:spcPts val="800"/>
              </a:spcAft>
            </a:pPr>
            <a:r>
              <a:rPr lang="en-US" sz="2000" dirty="0">
                <a:solidFill>
                  <a:schemeClr val="bg1"/>
                </a:solidFill>
                <a:latin typeface="Arial" panose="020B0604020202020204" pitchFamily="34" charset="0"/>
                <a:cs typeface="Arial" panose="020B0604020202020204" pitchFamily="34" charset="0"/>
              </a:rPr>
              <a:t>Recheck permissions and logs regularly</a:t>
            </a:r>
          </a:p>
          <a:p>
            <a:pPr>
              <a:spcAft>
                <a:spcPts val="800"/>
              </a:spcAft>
            </a:pPr>
            <a:r>
              <a:rPr lang="en-US" sz="2000" dirty="0">
                <a:solidFill>
                  <a:schemeClr val="bg1"/>
                </a:solidFill>
                <a:latin typeface="Arial" panose="020B0604020202020204" pitchFamily="34" charset="0"/>
                <a:cs typeface="Arial" panose="020B0604020202020204" pitchFamily="34" charset="0"/>
              </a:rPr>
              <a:t>Review third-party dependencies and credentials</a:t>
            </a:r>
          </a:p>
          <a:p>
            <a:pPr>
              <a:spcAft>
                <a:spcPts val="800"/>
              </a:spcAft>
            </a:pPr>
            <a:r>
              <a:rPr lang="en-US" sz="2000" dirty="0">
                <a:solidFill>
                  <a:schemeClr val="bg1"/>
                </a:solidFill>
                <a:latin typeface="Arial" panose="020B0604020202020204" pitchFamily="34" charset="0"/>
                <a:cs typeface="Arial" panose="020B0604020202020204" pitchFamily="34" charset="0"/>
              </a:rPr>
              <a:t>Teach developers to validate before using input</a:t>
            </a:r>
          </a:p>
          <a:p>
            <a:pPr marL="1143000" lvl="2" indent="-228600" algn="l" rtl="0">
              <a:lnSpc>
                <a:spcPct val="90000"/>
              </a:lnSpc>
              <a:spcBef>
                <a:spcPts val="0"/>
              </a:spcBef>
              <a:spcAft>
                <a:spcPts val="0"/>
              </a:spcAft>
              <a:buClr>
                <a:schemeClr val="lt1"/>
              </a:buClr>
              <a:buSzPts val="1800"/>
              <a:buChar char="•"/>
            </a:pPr>
            <a:endParaRPr lang="en-US" sz="2000" dirty="0">
              <a:solidFill>
                <a:schemeClr val="bg1"/>
              </a:solidFill>
              <a:latin typeface="Arial" panose="020B0604020202020204" pitchFamily="34" charset="0"/>
              <a:cs typeface="Arial" panose="020B0604020202020204" pitchFamily="34" charset="0"/>
            </a:endParaRPr>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3" name="Audio 22">
            <a:extLst>
              <a:ext uri="{FF2B5EF4-FFF2-40B4-BE49-F238E27FC236}">
                <a16:creationId xmlns:a16="http://schemas.microsoft.com/office/drawing/2014/main" id="{51ABFEE9-04EB-C741-95AB-A5532B0BE612}"/>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3841"/>
    </mc:Choice>
    <mc:Fallback>
      <p:transition spd="slow" advTm="438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spcBef>
                <a:spcPts val="0"/>
              </a:spcBef>
              <a:spcAft>
                <a:spcPts val="800"/>
              </a:spcAft>
            </a:pPr>
            <a:r>
              <a:rPr lang="en-US" dirty="0">
                <a:solidFill>
                  <a:schemeClr val="bg1"/>
                </a:solidFill>
                <a:latin typeface="Arial"/>
              </a:rPr>
              <a:t>Adopt and maintain: CERT C++ secure coding practices</a:t>
            </a:r>
            <a:endParaRPr lang="en-US" sz="1800" dirty="0">
              <a:solidFill>
                <a:schemeClr val="bg1"/>
              </a:solidFill>
            </a:endParaRPr>
          </a:p>
          <a:p>
            <a:pPr>
              <a:spcAft>
                <a:spcPts val="800"/>
              </a:spcAft>
            </a:pPr>
            <a:r>
              <a:rPr lang="en-US" dirty="0">
                <a:solidFill>
                  <a:schemeClr val="bg1"/>
                </a:solidFill>
                <a:latin typeface="Arial"/>
              </a:rPr>
              <a:t>Enforce risk-based reviews and automated testing</a:t>
            </a:r>
          </a:p>
          <a:p>
            <a:pPr>
              <a:spcAft>
                <a:spcPts val="800"/>
              </a:spcAft>
            </a:pPr>
            <a:r>
              <a:rPr lang="en-US" dirty="0">
                <a:solidFill>
                  <a:schemeClr val="bg1"/>
                </a:solidFill>
                <a:latin typeface="Arial"/>
              </a:rPr>
              <a:t>Keep encryption, firewalls, access controls and auditing</a:t>
            </a:r>
          </a:p>
          <a:p>
            <a:pPr>
              <a:spcAft>
                <a:spcPts val="800"/>
              </a:spcAft>
            </a:pPr>
            <a:r>
              <a:rPr lang="en-US" dirty="0">
                <a:solidFill>
                  <a:schemeClr val="bg1"/>
                </a:solidFill>
                <a:latin typeface="Arial"/>
              </a:rPr>
              <a:t>Review policy annually and after major new threats</a:t>
            </a:r>
          </a:p>
          <a:p>
            <a:pPr>
              <a:spcAft>
                <a:spcPts val="800"/>
              </a:spcAft>
            </a:pPr>
            <a:r>
              <a:rPr lang="en-US" dirty="0">
                <a:solidFill>
                  <a:schemeClr val="bg1"/>
                </a:solidFill>
                <a:latin typeface="Arial"/>
              </a:rPr>
              <a:t>NEXT STEP: assign owners and verify compliance</a:t>
            </a:r>
          </a:p>
          <a:p>
            <a:pPr marL="228600" lvl="0" indent="-88900" algn="l" rtl="0">
              <a:lnSpc>
                <a:spcPct val="90000"/>
              </a:lnSpc>
              <a:spcBef>
                <a:spcPts val="1000"/>
              </a:spcBef>
              <a:spcAft>
                <a:spcPts val="0"/>
              </a:spcAft>
              <a:buClr>
                <a:schemeClr val="lt1"/>
              </a:buClr>
              <a:buSzPts val="2200"/>
              <a:buNone/>
            </a:pPr>
            <a:endParaRPr dirty="0">
              <a:solidFill>
                <a:schemeClr val="bg1"/>
              </a:solidFill>
            </a:endParaRPr>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9" name="Audio 28">
            <a:extLst>
              <a:ext uri="{FF2B5EF4-FFF2-40B4-BE49-F238E27FC236}">
                <a16:creationId xmlns:a16="http://schemas.microsoft.com/office/drawing/2014/main" id="{FB98F14E-C44A-2D71-D3FC-0FB93E0076FC}"/>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2542"/>
    </mc:Choice>
    <mc:Fallback>
      <p:transition spd="slow" advTm="425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2194560"/>
            <a:ext cx="10820400" cy="4284963"/>
          </a:xfrm>
          <a:prstGeom prst="rect">
            <a:avLst/>
          </a:prstGeom>
          <a:noFill/>
          <a:ln>
            <a:noFill/>
          </a:ln>
        </p:spPr>
        <p:txBody>
          <a:bodyPr spcFirstLastPara="1" wrap="square" lIns="91425" tIns="45700" rIns="91425" bIns="45700" anchor="t" anchorCtr="0">
            <a:normAutofit/>
          </a:bodyPr>
          <a:lstStyle/>
          <a:p>
            <a:pPr marL="285750" indent="-285750">
              <a:spcBef>
                <a:spcPts val="0"/>
              </a:spcBef>
              <a:spcAft>
                <a:spcPts val="800"/>
              </a:spcAft>
              <a:buSzPts val="2200"/>
            </a:pPr>
            <a:r>
              <a:rPr lang="en-US" sz="1600" dirty="0">
                <a:solidFill>
                  <a:schemeClr val="bg1"/>
                </a:solidFill>
                <a:latin typeface="Arial"/>
              </a:rPr>
              <a:t>Green Pace Secure Development Policy (Florida, 2026)</a:t>
            </a:r>
          </a:p>
          <a:p>
            <a:pPr marL="0" indent="0">
              <a:spcBef>
                <a:spcPts val="0"/>
              </a:spcBef>
              <a:spcAft>
                <a:spcPts val="800"/>
              </a:spcAft>
              <a:buSzPts val="2200"/>
              <a:buNone/>
            </a:pPr>
            <a:r>
              <a:rPr lang="en-US" sz="2000" dirty="0">
                <a:solidFill>
                  <a:schemeClr val="bg1"/>
                </a:solidFill>
                <a:latin typeface="Arial"/>
              </a:rPr>
              <a:t>    </a:t>
            </a:r>
            <a:r>
              <a:rPr lang="en-US" sz="1000" dirty="0"/>
              <a:t>Florida, J. C. (2026). Green Pace secure development policy [Unpublished course project]. Southern New Hampshire University.</a:t>
            </a:r>
            <a:endParaRPr lang="en-US" sz="1000" dirty="0">
              <a:solidFill>
                <a:schemeClr val="bg1"/>
              </a:solidFill>
            </a:endParaRPr>
          </a:p>
          <a:p>
            <a:pPr marL="285750" indent="-285750">
              <a:spcAft>
                <a:spcPts val="800"/>
              </a:spcAft>
              <a:buSzPts val="2200"/>
            </a:pPr>
            <a:r>
              <a:rPr lang="en-US" sz="1600" dirty="0">
                <a:solidFill>
                  <a:schemeClr val="bg1"/>
                </a:solidFill>
                <a:latin typeface="Arial"/>
              </a:rPr>
              <a:t>Carnegie Mellon University, SEI CERT C++ Coding Standard</a:t>
            </a:r>
          </a:p>
          <a:p>
            <a:pPr marL="0" indent="0">
              <a:spcAft>
                <a:spcPts val="800"/>
              </a:spcAft>
              <a:buSzPts val="2200"/>
              <a:buNone/>
            </a:pPr>
            <a:r>
              <a:rPr lang="en-US" sz="1600" dirty="0"/>
              <a:t>     </a:t>
            </a:r>
            <a:r>
              <a:rPr lang="en-US" sz="1000" dirty="0"/>
              <a:t>Carnegie Mellon University, Software Engineering Institute. (n.d.). SEI CERT C++ coding standard.   </a:t>
            </a:r>
            <a:r>
              <a:rPr lang="en-US" sz="1000" dirty="0">
                <a:hlinkClick r:id="rId6"/>
              </a:rPr>
              <a:t>https://wiki.sei.cmu.edu/confluence/display/cplusplus</a:t>
            </a:r>
            <a:endParaRPr lang="en-US" sz="1000" dirty="0">
              <a:solidFill>
                <a:schemeClr val="bg1"/>
              </a:solidFill>
              <a:latin typeface="Arial"/>
            </a:endParaRPr>
          </a:p>
          <a:p>
            <a:pPr marL="285750" indent="-285750">
              <a:spcAft>
                <a:spcPts val="800"/>
              </a:spcAft>
              <a:buSzPts val="2200"/>
            </a:pPr>
            <a:r>
              <a:rPr lang="en-US" sz="1600" dirty="0"/>
              <a:t>Microsoft Learn: C++ Code Analysis        </a:t>
            </a:r>
          </a:p>
          <a:p>
            <a:pPr marL="0" indent="0">
              <a:spcAft>
                <a:spcPts val="800"/>
              </a:spcAft>
              <a:buSzPts val="2200"/>
              <a:buNone/>
            </a:pPr>
            <a:r>
              <a:rPr lang="en-US" sz="800" dirty="0"/>
              <a:t>         Microsoft. (n.d.). Code analysis for C/C++ overview. Microsoft Learn. </a:t>
            </a:r>
            <a:r>
              <a:rPr lang="en-US" sz="800" dirty="0">
                <a:hlinkClick r:id="rId7"/>
              </a:rPr>
              <a:t>https://learn.microsoft.com/en-us/cpp/code-quality/code-analysis-for-c-cpp-overview</a:t>
            </a:r>
            <a:endParaRPr lang="en-US" sz="800" dirty="0">
              <a:solidFill>
                <a:schemeClr val="bg1"/>
              </a:solidFill>
              <a:latin typeface="Arial"/>
            </a:endParaRPr>
          </a:p>
          <a:p>
            <a:pPr marL="285750" indent="-285750">
              <a:spcAft>
                <a:spcPts val="800"/>
              </a:spcAft>
              <a:buSzPts val="2200"/>
            </a:pPr>
            <a:r>
              <a:rPr lang="en-US" sz="1600" dirty="0">
                <a:solidFill>
                  <a:schemeClr val="bg1"/>
                </a:solidFill>
                <a:latin typeface="Arial"/>
              </a:rPr>
              <a:t>OWASP: Input Validation Cheat Sheet</a:t>
            </a:r>
          </a:p>
          <a:p>
            <a:pPr marL="0" indent="0">
              <a:spcAft>
                <a:spcPts val="800"/>
              </a:spcAft>
              <a:buSzPts val="2200"/>
              <a:buNone/>
            </a:pPr>
            <a:r>
              <a:rPr lang="en-US" sz="1100" dirty="0"/>
              <a:t>       OWASP Foundation. (n.d.). Input validation cheat sheet. </a:t>
            </a:r>
            <a:r>
              <a:rPr lang="en-US" sz="1100" dirty="0">
                <a:hlinkClick r:id="rId8"/>
              </a:rPr>
              <a:t>https://cheatsheetseries.owasp.org/cheatsheets/Input_Validation_Cheat_Sheet.html</a:t>
            </a:r>
            <a:endParaRPr lang="en-US" sz="1100" dirty="0">
              <a:solidFill>
                <a:schemeClr val="bg1"/>
              </a:solidFill>
              <a:latin typeface="Arial"/>
            </a:endParaRPr>
          </a:p>
          <a:p>
            <a:pPr marL="228600" indent="-228600">
              <a:spcAft>
                <a:spcPts val="800"/>
              </a:spcAft>
              <a:buSzPts val="2200"/>
            </a:pPr>
            <a:r>
              <a:rPr lang="en-US" sz="1600" dirty="0"/>
              <a:t>NIST Zero Trust Architecture</a:t>
            </a:r>
          </a:p>
          <a:p>
            <a:pPr marL="0" indent="0">
              <a:spcAft>
                <a:spcPts val="800"/>
              </a:spcAft>
              <a:buSzPts val="2200"/>
              <a:buNone/>
            </a:pPr>
            <a:r>
              <a:rPr lang="en-US" sz="1000" dirty="0"/>
              <a:t>       Rose, S., Borchert, O., Mitchell, S., &amp; Connelly, S. (2020). Zero trust architecture (NIST SP 800-207). National Institute of Standards and Technology.    	</a:t>
            </a:r>
            <a:r>
              <a:rPr lang="en-US" sz="1000" dirty="0">
                <a:hlinkClick r:id="rId9"/>
              </a:rPr>
              <a:t>https://doi.org/10.6028/NIST.SP.800-207</a:t>
            </a:r>
            <a:endParaRPr lang="en-US" sz="1000" dirty="0">
              <a:solidFill>
                <a:schemeClr val="bg1"/>
              </a:solidFill>
              <a:latin typeface="Arial" panose="020B0604020202020204" pitchFamily="34" charset="0"/>
              <a:cs typeface="Arial" panose="020B0604020202020204" pitchFamily="34" charset="0"/>
            </a:endParaRPr>
          </a:p>
        </p:txBody>
      </p:sp>
      <p:pic>
        <p:nvPicPr>
          <p:cNvPr id="239" name="Google Shape;239;p14" descr="Green Pace logo"/>
          <p:cNvPicPr preferRelativeResize="0"/>
          <p:nvPr/>
        </p:nvPicPr>
        <p:blipFill>
          <a:blip r:embed="rId10">
            <a:alphaModFix/>
          </a:blip>
          <a:stretch>
            <a:fillRect/>
          </a:stretch>
        </p:blipFill>
        <p:spPr>
          <a:xfrm>
            <a:off x="11084074" y="5440526"/>
            <a:ext cx="886601" cy="1149225"/>
          </a:xfrm>
          <a:prstGeom prst="rect">
            <a:avLst/>
          </a:prstGeom>
          <a:noFill/>
          <a:ln>
            <a:noFill/>
          </a:ln>
        </p:spPr>
      </p:pic>
      <p:pic>
        <p:nvPicPr>
          <p:cNvPr id="9" name="Audio 8">
            <a:extLst>
              <a:ext uri="{FF2B5EF4-FFF2-40B4-BE49-F238E27FC236}">
                <a16:creationId xmlns:a16="http://schemas.microsoft.com/office/drawing/2014/main" id="{46B03501-F024-DC21-CC7E-36073FD17E49}"/>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4260"/>
    </mc:Choice>
    <mc:Fallback>
      <p:transition spd="slow" advTm="44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223</TotalTime>
  <Words>902</Words>
  <Application>Microsoft Macintosh PowerPoint</Application>
  <PresentationFormat>Widescreen</PresentationFormat>
  <Paragraphs>119</Paragraphs>
  <Slides>19</Slides>
  <Notes>19</Notes>
  <HiddenSlides>0</HiddenSlides>
  <MMClips>19</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 STD-002-CPP</vt:lpstr>
      <vt:lpstr>TEST 1: DOES AGE 25 PASS?</vt:lpstr>
      <vt:lpstr>TEST 2: DOES AGE 0 PASS?</vt:lpstr>
      <vt:lpstr>TEST 3: DOES AGE 120 PASS?</vt:lpstr>
      <vt:lpstr>TEST 4: IS AGE -1 REJECTED?</vt:lpstr>
      <vt:lpstr>TEST 5: IS AGE 121 REJECTED?</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Florida, Justin</cp:lastModifiedBy>
  <cp:revision>14</cp:revision>
  <dcterms:created xsi:type="dcterms:W3CDTF">2020-08-19T17:59:24Z</dcterms:created>
  <dcterms:modified xsi:type="dcterms:W3CDTF">2026-10-19T05:48:40Z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